
<file path=[Content_Types].xml><?xml version="1.0" encoding="utf-8"?>
<Types xmlns="http://schemas.openxmlformats.org/package/2006/content-types">
  <Default Extension="fntdata" ContentType="application/x-fontdata"/>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p:sldMasterIdLst>
    <p:sldMasterId id="2147483648" r:id="rId1"/>
  </p:sldMasterIdLst>
  <p:sldIdLst>
    <p:sldId id="256" r:id="rId2"/>
    <p:sldId id="257" r:id="rId3"/>
    <p:sldId id="258" r:id="rId4"/>
    <p:sldId id="259" r:id="rId5"/>
    <p:sldId id="260" r:id="rId6"/>
    <p:sldId id="261" r:id="rId7"/>
    <p:sldId id="262" r:id="rId8"/>
    <p:sldId id="263" r:id="rId9"/>
  </p:sldIdLst>
  <p:sldSz cx="18288000" cy="10287000"/>
  <p:notesSz cx="6858000" cy="9144000"/>
  <p:embeddedFontLst>
    <p:embeddedFont>
      <p:font typeface="Atkinson Hyperlegible Bold" panose="020B0604020202020204" charset="0"/>
      <p:regular r:id="rId10"/>
    </p:embeddedFont>
    <p:embeddedFont>
      <p:font typeface="Tahoma Bold" panose="020B0804030504040204" pitchFamily="34" charset="0"/>
      <p:regular r:id="rId11"/>
      <p:bold r:id="rId12"/>
    </p:embeddedFont>
    <p:embeddedFont>
      <p:font typeface="Verdana Pro" panose="020B0604030504040204" pitchFamily="34" charset="0"/>
      <p:regular r:id="rId13"/>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autoAdjust="0"/>
    <p:restoredTop sz="94622" autoAdjust="0"/>
  </p:normalViewPr>
  <p:slideViewPr>
    <p:cSldViewPr>
      <p:cViewPr varScale="1">
        <p:scale>
          <a:sx n="52" d="100"/>
          <a:sy n="52" d="100"/>
        </p:scale>
        <p:origin x="850" y="62"/>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font" Target="fonts/font4.fntdata"/><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font" Target="fonts/font3.fntdata"/><Relationship Id="rId17"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font" Target="fonts/font2.fntdata"/><Relationship Id="rId5" Type="http://schemas.openxmlformats.org/officeDocument/2006/relationships/slide" Target="slides/slide4.xml"/><Relationship Id="rId15" Type="http://schemas.openxmlformats.org/officeDocument/2006/relationships/viewProps" Target="viewProps.xml"/><Relationship Id="rId10" Type="http://schemas.openxmlformats.org/officeDocument/2006/relationships/font" Target="fonts/font1.fntdata"/><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presProps" Target="presProp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1D8BD707-D9CF-40AE-B4C6-C98DA3205C09}" type="datetimeFigureOut">
              <a:rPr lang="en-US" smtClean="0"/>
              <a:pPr/>
              <a:t>3/9/2026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3/9/2026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3/9/2026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1D8BD707-D9CF-40AE-B4C6-C98DA3205C09}" type="datetimeFigureOut">
              <a:rPr lang="en-US" smtClean="0"/>
              <a:pPr/>
              <a:t>3/9/2026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1D8BD707-D9CF-40AE-B4C6-C98DA3205C09}" type="datetimeFigureOut">
              <a:rPr lang="en-US" smtClean="0"/>
              <a:pPr/>
              <a:t>3/9/2026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1D8BD707-D9CF-40AE-B4C6-C98DA3205C09}" type="datetimeFigureOut">
              <a:rPr lang="en-US" smtClean="0"/>
              <a:pPr/>
              <a:t>3/9/2026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3/9/2026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3/9/2026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3/9/2026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3/9/2026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3/9/2026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3/9/2026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8" Type="http://schemas.openxmlformats.org/officeDocument/2006/relationships/image" Target="../media/image7.png"/><Relationship Id="rId13" Type="http://schemas.openxmlformats.org/officeDocument/2006/relationships/image" Target="../media/image12.png"/><Relationship Id="rId18" Type="http://schemas.openxmlformats.org/officeDocument/2006/relationships/image" Target="../media/image17.png"/><Relationship Id="rId3" Type="http://schemas.openxmlformats.org/officeDocument/2006/relationships/image" Target="../media/image2.png"/><Relationship Id="rId21" Type="http://schemas.openxmlformats.org/officeDocument/2006/relationships/image" Target="../media/image20.png"/><Relationship Id="rId7" Type="http://schemas.openxmlformats.org/officeDocument/2006/relationships/image" Target="../media/image6.svg"/><Relationship Id="rId12" Type="http://schemas.openxmlformats.org/officeDocument/2006/relationships/image" Target="../media/image11.png"/><Relationship Id="rId17" Type="http://schemas.openxmlformats.org/officeDocument/2006/relationships/image" Target="../media/image16.svg"/><Relationship Id="rId2" Type="http://schemas.openxmlformats.org/officeDocument/2006/relationships/image" Target="../media/image1.png"/><Relationship Id="rId16" Type="http://schemas.openxmlformats.org/officeDocument/2006/relationships/image" Target="../media/image15.png"/><Relationship Id="rId20" Type="http://schemas.openxmlformats.org/officeDocument/2006/relationships/image" Target="../media/image19.png"/><Relationship Id="rId1" Type="http://schemas.openxmlformats.org/officeDocument/2006/relationships/slideLayout" Target="../slideLayouts/slideLayout7.xml"/><Relationship Id="rId6" Type="http://schemas.openxmlformats.org/officeDocument/2006/relationships/image" Target="../media/image5.png"/><Relationship Id="rId11" Type="http://schemas.openxmlformats.org/officeDocument/2006/relationships/image" Target="../media/image10.svg"/><Relationship Id="rId24" Type="http://schemas.openxmlformats.org/officeDocument/2006/relationships/image" Target="../media/image23.png"/><Relationship Id="rId5" Type="http://schemas.openxmlformats.org/officeDocument/2006/relationships/image" Target="../media/image4.png"/><Relationship Id="rId15" Type="http://schemas.openxmlformats.org/officeDocument/2006/relationships/image" Target="../media/image14.png"/><Relationship Id="rId23" Type="http://schemas.openxmlformats.org/officeDocument/2006/relationships/image" Target="../media/image22.png"/><Relationship Id="rId10" Type="http://schemas.openxmlformats.org/officeDocument/2006/relationships/image" Target="../media/image9.png"/><Relationship Id="rId19" Type="http://schemas.openxmlformats.org/officeDocument/2006/relationships/image" Target="../media/image18.png"/><Relationship Id="rId4" Type="http://schemas.openxmlformats.org/officeDocument/2006/relationships/image" Target="../media/image3.png"/><Relationship Id="rId9" Type="http://schemas.openxmlformats.org/officeDocument/2006/relationships/image" Target="../media/image8.png"/><Relationship Id="rId14" Type="http://schemas.openxmlformats.org/officeDocument/2006/relationships/image" Target="../media/image13.png"/><Relationship Id="rId22" Type="http://schemas.openxmlformats.org/officeDocument/2006/relationships/image" Target="../media/image21.svg"/></Relationships>
</file>

<file path=ppt/slides/_rels/slide2.xml.rels><?xml version="1.0" encoding="UTF-8" standalone="yes"?>
<Relationships xmlns="http://schemas.openxmlformats.org/package/2006/relationships"><Relationship Id="rId8" Type="http://schemas.openxmlformats.org/officeDocument/2006/relationships/image" Target="../media/image6.svg"/><Relationship Id="rId13" Type="http://schemas.openxmlformats.org/officeDocument/2006/relationships/image" Target="../media/image11.png"/><Relationship Id="rId18" Type="http://schemas.openxmlformats.org/officeDocument/2006/relationships/image" Target="../media/image16.svg"/><Relationship Id="rId3" Type="http://schemas.openxmlformats.org/officeDocument/2006/relationships/image" Target="../media/image24.png"/><Relationship Id="rId21" Type="http://schemas.openxmlformats.org/officeDocument/2006/relationships/image" Target="../media/image23.png"/><Relationship Id="rId7" Type="http://schemas.openxmlformats.org/officeDocument/2006/relationships/image" Target="../media/image5.png"/><Relationship Id="rId12" Type="http://schemas.openxmlformats.org/officeDocument/2006/relationships/image" Target="../media/image10.svg"/><Relationship Id="rId17" Type="http://schemas.openxmlformats.org/officeDocument/2006/relationships/image" Target="../media/image15.png"/><Relationship Id="rId2" Type="http://schemas.openxmlformats.org/officeDocument/2006/relationships/image" Target="../media/image1.png"/><Relationship Id="rId16" Type="http://schemas.openxmlformats.org/officeDocument/2006/relationships/image" Target="../media/image14.png"/><Relationship Id="rId20" Type="http://schemas.openxmlformats.org/officeDocument/2006/relationships/image" Target="../media/image18.png"/><Relationship Id="rId1" Type="http://schemas.openxmlformats.org/officeDocument/2006/relationships/slideLayout" Target="../slideLayouts/slideLayout7.xml"/><Relationship Id="rId6" Type="http://schemas.openxmlformats.org/officeDocument/2006/relationships/image" Target="../media/image4.png"/><Relationship Id="rId11" Type="http://schemas.openxmlformats.org/officeDocument/2006/relationships/image" Target="../media/image9.png"/><Relationship Id="rId5" Type="http://schemas.openxmlformats.org/officeDocument/2006/relationships/image" Target="../media/image3.png"/><Relationship Id="rId15" Type="http://schemas.openxmlformats.org/officeDocument/2006/relationships/image" Target="../media/image13.png"/><Relationship Id="rId10" Type="http://schemas.openxmlformats.org/officeDocument/2006/relationships/image" Target="../media/image8.png"/><Relationship Id="rId19" Type="http://schemas.openxmlformats.org/officeDocument/2006/relationships/image" Target="../media/image17.png"/><Relationship Id="rId4" Type="http://schemas.openxmlformats.org/officeDocument/2006/relationships/image" Target="../media/image2.png"/><Relationship Id="rId9" Type="http://schemas.openxmlformats.org/officeDocument/2006/relationships/image" Target="../media/image7.png"/><Relationship Id="rId14" Type="http://schemas.openxmlformats.org/officeDocument/2006/relationships/image" Target="../media/image12.png"/></Relationships>
</file>

<file path=ppt/slides/_rels/slide3.xml.rels><?xml version="1.0" encoding="UTF-8" standalone="yes"?>
<Relationships xmlns="http://schemas.openxmlformats.org/package/2006/relationships"><Relationship Id="rId8" Type="http://schemas.openxmlformats.org/officeDocument/2006/relationships/image" Target="../media/image6.svg"/><Relationship Id="rId13" Type="http://schemas.openxmlformats.org/officeDocument/2006/relationships/image" Target="../media/image11.png"/><Relationship Id="rId18" Type="http://schemas.openxmlformats.org/officeDocument/2006/relationships/image" Target="../media/image16.svg"/><Relationship Id="rId3" Type="http://schemas.openxmlformats.org/officeDocument/2006/relationships/image" Target="../media/image24.png"/><Relationship Id="rId21" Type="http://schemas.openxmlformats.org/officeDocument/2006/relationships/image" Target="../media/image23.png"/><Relationship Id="rId7" Type="http://schemas.openxmlformats.org/officeDocument/2006/relationships/image" Target="../media/image5.png"/><Relationship Id="rId12" Type="http://schemas.openxmlformats.org/officeDocument/2006/relationships/image" Target="../media/image10.svg"/><Relationship Id="rId17" Type="http://schemas.openxmlformats.org/officeDocument/2006/relationships/image" Target="../media/image15.png"/><Relationship Id="rId2" Type="http://schemas.openxmlformats.org/officeDocument/2006/relationships/image" Target="../media/image1.png"/><Relationship Id="rId16" Type="http://schemas.openxmlformats.org/officeDocument/2006/relationships/image" Target="../media/image14.png"/><Relationship Id="rId20" Type="http://schemas.openxmlformats.org/officeDocument/2006/relationships/image" Target="../media/image18.png"/><Relationship Id="rId1" Type="http://schemas.openxmlformats.org/officeDocument/2006/relationships/slideLayout" Target="../slideLayouts/slideLayout7.xml"/><Relationship Id="rId6" Type="http://schemas.openxmlformats.org/officeDocument/2006/relationships/image" Target="../media/image4.png"/><Relationship Id="rId11" Type="http://schemas.openxmlformats.org/officeDocument/2006/relationships/image" Target="../media/image9.png"/><Relationship Id="rId5" Type="http://schemas.openxmlformats.org/officeDocument/2006/relationships/image" Target="../media/image3.png"/><Relationship Id="rId15" Type="http://schemas.openxmlformats.org/officeDocument/2006/relationships/image" Target="../media/image13.png"/><Relationship Id="rId10" Type="http://schemas.openxmlformats.org/officeDocument/2006/relationships/image" Target="../media/image8.png"/><Relationship Id="rId19" Type="http://schemas.openxmlformats.org/officeDocument/2006/relationships/image" Target="../media/image17.png"/><Relationship Id="rId4" Type="http://schemas.openxmlformats.org/officeDocument/2006/relationships/image" Target="../media/image2.png"/><Relationship Id="rId9" Type="http://schemas.openxmlformats.org/officeDocument/2006/relationships/image" Target="../media/image7.png"/><Relationship Id="rId14" Type="http://schemas.openxmlformats.org/officeDocument/2006/relationships/image" Target="../media/image12.png"/></Relationships>
</file>

<file path=ppt/slides/_rels/slide4.xml.rels><?xml version="1.0" encoding="UTF-8" standalone="yes"?>
<Relationships xmlns="http://schemas.openxmlformats.org/package/2006/relationships"><Relationship Id="rId8" Type="http://schemas.openxmlformats.org/officeDocument/2006/relationships/image" Target="../media/image6.svg"/><Relationship Id="rId13" Type="http://schemas.openxmlformats.org/officeDocument/2006/relationships/image" Target="../media/image11.png"/><Relationship Id="rId18" Type="http://schemas.openxmlformats.org/officeDocument/2006/relationships/image" Target="../media/image16.svg"/><Relationship Id="rId3" Type="http://schemas.openxmlformats.org/officeDocument/2006/relationships/image" Target="../media/image24.png"/><Relationship Id="rId21" Type="http://schemas.openxmlformats.org/officeDocument/2006/relationships/image" Target="../media/image23.png"/><Relationship Id="rId7" Type="http://schemas.openxmlformats.org/officeDocument/2006/relationships/image" Target="../media/image5.png"/><Relationship Id="rId12" Type="http://schemas.openxmlformats.org/officeDocument/2006/relationships/image" Target="../media/image10.svg"/><Relationship Id="rId17" Type="http://schemas.openxmlformats.org/officeDocument/2006/relationships/image" Target="../media/image15.png"/><Relationship Id="rId2" Type="http://schemas.openxmlformats.org/officeDocument/2006/relationships/image" Target="../media/image1.png"/><Relationship Id="rId16" Type="http://schemas.openxmlformats.org/officeDocument/2006/relationships/image" Target="../media/image14.png"/><Relationship Id="rId20" Type="http://schemas.openxmlformats.org/officeDocument/2006/relationships/image" Target="../media/image18.png"/><Relationship Id="rId1" Type="http://schemas.openxmlformats.org/officeDocument/2006/relationships/slideLayout" Target="../slideLayouts/slideLayout7.xml"/><Relationship Id="rId6" Type="http://schemas.openxmlformats.org/officeDocument/2006/relationships/image" Target="../media/image4.png"/><Relationship Id="rId11" Type="http://schemas.openxmlformats.org/officeDocument/2006/relationships/image" Target="../media/image9.png"/><Relationship Id="rId5" Type="http://schemas.openxmlformats.org/officeDocument/2006/relationships/image" Target="../media/image3.png"/><Relationship Id="rId15" Type="http://schemas.openxmlformats.org/officeDocument/2006/relationships/image" Target="../media/image13.png"/><Relationship Id="rId10" Type="http://schemas.openxmlformats.org/officeDocument/2006/relationships/image" Target="../media/image8.png"/><Relationship Id="rId19" Type="http://schemas.openxmlformats.org/officeDocument/2006/relationships/image" Target="../media/image17.png"/><Relationship Id="rId4" Type="http://schemas.openxmlformats.org/officeDocument/2006/relationships/image" Target="../media/image2.png"/><Relationship Id="rId9" Type="http://schemas.openxmlformats.org/officeDocument/2006/relationships/image" Target="../media/image7.png"/><Relationship Id="rId14" Type="http://schemas.openxmlformats.org/officeDocument/2006/relationships/image" Target="../media/image12.png"/><Relationship Id="rId22" Type="http://schemas.openxmlformats.org/officeDocument/2006/relationships/image" Target="../media/image25.png"/></Relationships>
</file>

<file path=ppt/slides/_rels/slide5.xml.rels><?xml version="1.0" encoding="UTF-8" standalone="yes"?>
<Relationships xmlns="http://schemas.openxmlformats.org/package/2006/relationships"><Relationship Id="rId8" Type="http://schemas.openxmlformats.org/officeDocument/2006/relationships/image" Target="../media/image6.svg"/><Relationship Id="rId13" Type="http://schemas.openxmlformats.org/officeDocument/2006/relationships/image" Target="../media/image11.png"/><Relationship Id="rId18" Type="http://schemas.openxmlformats.org/officeDocument/2006/relationships/image" Target="../media/image16.svg"/><Relationship Id="rId3" Type="http://schemas.openxmlformats.org/officeDocument/2006/relationships/image" Target="../media/image24.png"/><Relationship Id="rId21" Type="http://schemas.openxmlformats.org/officeDocument/2006/relationships/image" Target="../media/image23.png"/><Relationship Id="rId7" Type="http://schemas.openxmlformats.org/officeDocument/2006/relationships/image" Target="../media/image5.png"/><Relationship Id="rId12" Type="http://schemas.openxmlformats.org/officeDocument/2006/relationships/image" Target="../media/image10.svg"/><Relationship Id="rId17" Type="http://schemas.openxmlformats.org/officeDocument/2006/relationships/image" Target="../media/image15.png"/><Relationship Id="rId2" Type="http://schemas.openxmlformats.org/officeDocument/2006/relationships/image" Target="../media/image1.png"/><Relationship Id="rId16" Type="http://schemas.openxmlformats.org/officeDocument/2006/relationships/image" Target="../media/image14.png"/><Relationship Id="rId20" Type="http://schemas.openxmlformats.org/officeDocument/2006/relationships/image" Target="../media/image18.png"/><Relationship Id="rId1" Type="http://schemas.openxmlformats.org/officeDocument/2006/relationships/slideLayout" Target="../slideLayouts/slideLayout7.xml"/><Relationship Id="rId6" Type="http://schemas.openxmlformats.org/officeDocument/2006/relationships/image" Target="../media/image4.png"/><Relationship Id="rId11" Type="http://schemas.openxmlformats.org/officeDocument/2006/relationships/image" Target="../media/image9.png"/><Relationship Id="rId5" Type="http://schemas.openxmlformats.org/officeDocument/2006/relationships/image" Target="../media/image3.png"/><Relationship Id="rId15" Type="http://schemas.openxmlformats.org/officeDocument/2006/relationships/image" Target="../media/image13.png"/><Relationship Id="rId10" Type="http://schemas.openxmlformats.org/officeDocument/2006/relationships/image" Target="../media/image8.png"/><Relationship Id="rId19" Type="http://schemas.openxmlformats.org/officeDocument/2006/relationships/image" Target="../media/image17.png"/><Relationship Id="rId4" Type="http://schemas.openxmlformats.org/officeDocument/2006/relationships/image" Target="../media/image2.png"/><Relationship Id="rId9" Type="http://schemas.openxmlformats.org/officeDocument/2006/relationships/image" Target="../media/image7.png"/><Relationship Id="rId14" Type="http://schemas.openxmlformats.org/officeDocument/2006/relationships/image" Target="../media/image12.png"/></Relationships>
</file>

<file path=ppt/slides/_rels/slide6.xml.rels><?xml version="1.0" encoding="UTF-8" standalone="yes"?>
<Relationships xmlns="http://schemas.openxmlformats.org/package/2006/relationships"><Relationship Id="rId8" Type="http://schemas.openxmlformats.org/officeDocument/2006/relationships/image" Target="../media/image6.svg"/><Relationship Id="rId13" Type="http://schemas.openxmlformats.org/officeDocument/2006/relationships/image" Target="../media/image11.png"/><Relationship Id="rId18" Type="http://schemas.openxmlformats.org/officeDocument/2006/relationships/image" Target="../media/image16.svg"/><Relationship Id="rId3" Type="http://schemas.openxmlformats.org/officeDocument/2006/relationships/image" Target="../media/image24.png"/><Relationship Id="rId21" Type="http://schemas.openxmlformats.org/officeDocument/2006/relationships/image" Target="../media/image23.png"/><Relationship Id="rId7" Type="http://schemas.openxmlformats.org/officeDocument/2006/relationships/image" Target="../media/image5.png"/><Relationship Id="rId12" Type="http://schemas.openxmlformats.org/officeDocument/2006/relationships/image" Target="../media/image10.svg"/><Relationship Id="rId17" Type="http://schemas.openxmlformats.org/officeDocument/2006/relationships/image" Target="../media/image15.png"/><Relationship Id="rId2" Type="http://schemas.openxmlformats.org/officeDocument/2006/relationships/image" Target="../media/image1.png"/><Relationship Id="rId16" Type="http://schemas.openxmlformats.org/officeDocument/2006/relationships/image" Target="../media/image14.png"/><Relationship Id="rId20" Type="http://schemas.openxmlformats.org/officeDocument/2006/relationships/image" Target="../media/image18.png"/><Relationship Id="rId1" Type="http://schemas.openxmlformats.org/officeDocument/2006/relationships/slideLayout" Target="../slideLayouts/slideLayout7.xml"/><Relationship Id="rId6" Type="http://schemas.openxmlformats.org/officeDocument/2006/relationships/image" Target="../media/image4.png"/><Relationship Id="rId11" Type="http://schemas.openxmlformats.org/officeDocument/2006/relationships/image" Target="../media/image9.png"/><Relationship Id="rId5" Type="http://schemas.openxmlformats.org/officeDocument/2006/relationships/image" Target="../media/image3.png"/><Relationship Id="rId15" Type="http://schemas.openxmlformats.org/officeDocument/2006/relationships/image" Target="../media/image13.png"/><Relationship Id="rId10" Type="http://schemas.openxmlformats.org/officeDocument/2006/relationships/image" Target="../media/image8.png"/><Relationship Id="rId19" Type="http://schemas.openxmlformats.org/officeDocument/2006/relationships/image" Target="../media/image17.png"/><Relationship Id="rId4" Type="http://schemas.openxmlformats.org/officeDocument/2006/relationships/image" Target="../media/image2.png"/><Relationship Id="rId9" Type="http://schemas.openxmlformats.org/officeDocument/2006/relationships/image" Target="../media/image7.png"/><Relationship Id="rId14" Type="http://schemas.openxmlformats.org/officeDocument/2006/relationships/image" Target="../media/image12.png"/></Relationships>
</file>

<file path=ppt/slides/_rels/slide7.xml.rels><?xml version="1.0" encoding="UTF-8" standalone="yes"?>
<Relationships xmlns="http://schemas.openxmlformats.org/package/2006/relationships"><Relationship Id="rId8" Type="http://schemas.openxmlformats.org/officeDocument/2006/relationships/image" Target="../media/image6.svg"/><Relationship Id="rId13" Type="http://schemas.openxmlformats.org/officeDocument/2006/relationships/image" Target="../media/image11.png"/><Relationship Id="rId18" Type="http://schemas.openxmlformats.org/officeDocument/2006/relationships/image" Target="../media/image16.svg"/><Relationship Id="rId3" Type="http://schemas.openxmlformats.org/officeDocument/2006/relationships/image" Target="../media/image24.png"/><Relationship Id="rId21" Type="http://schemas.openxmlformats.org/officeDocument/2006/relationships/image" Target="../media/image23.png"/><Relationship Id="rId7" Type="http://schemas.openxmlformats.org/officeDocument/2006/relationships/image" Target="../media/image5.png"/><Relationship Id="rId12" Type="http://schemas.openxmlformats.org/officeDocument/2006/relationships/image" Target="../media/image10.svg"/><Relationship Id="rId17" Type="http://schemas.openxmlformats.org/officeDocument/2006/relationships/image" Target="../media/image15.png"/><Relationship Id="rId2" Type="http://schemas.openxmlformats.org/officeDocument/2006/relationships/image" Target="../media/image1.png"/><Relationship Id="rId16" Type="http://schemas.openxmlformats.org/officeDocument/2006/relationships/image" Target="../media/image14.png"/><Relationship Id="rId20" Type="http://schemas.openxmlformats.org/officeDocument/2006/relationships/image" Target="../media/image18.png"/><Relationship Id="rId1" Type="http://schemas.openxmlformats.org/officeDocument/2006/relationships/slideLayout" Target="../slideLayouts/slideLayout7.xml"/><Relationship Id="rId6" Type="http://schemas.openxmlformats.org/officeDocument/2006/relationships/image" Target="../media/image4.png"/><Relationship Id="rId11" Type="http://schemas.openxmlformats.org/officeDocument/2006/relationships/image" Target="../media/image9.png"/><Relationship Id="rId5" Type="http://schemas.openxmlformats.org/officeDocument/2006/relationships/image" Target="../media/image3.png"/><Relationship Id="rId15" Type="http://schemas.openxmlformats.org/officeDocument/2006/relationships/image" Target="../media/image13.png"/><Relationship Id="rId10" Type="http://schemas.openxmlformats.org/officeDocument/2006/relationships/image" Target="../media/image8.png"/><Relationship Id="rId19" Type="http://schemas.openxmlformats.org/officeDocument/2006/relationships/image" Target="../media/image17.png"/><Relationship Id="rId4" Type="http://schemas.openxmlformats.org/officeDocument/2006/relationships/image" Target="../media/image2.png"/><Relationship Id="rId9" Type="http://schemas.openxmlformats.org/officeDocument/2006/relationships/image" Target="../media/image7.png"/><Relationship Id="rId14" Type="http://schemas.openxmlformats.org/officeDocument/2006/relationships/image" Target="../media/image12.png"/></Relationships>
</file>

<file path=ppt/slides/_rels/slide8.xml.rels><?xml version="1.0" encoding="UTF-8" standalone="yes"?>
<Relationships xmlns="http://schemas.openxmlformats.org/package/2006/relationships"><Relationship Id="rId8" Type="http://schemas.openxmlformats.org/officeDocument/2006/relationships/image" Target="../media/image6.svg"/><Relationship Id="rId13" Type="http://schemas.openxmlformats.org/officeDocument/2006/relationships/image" Target="../media/image11.png"/><Relationship Id="rId18" Type="http://schemas.openxmlformats.org/officeDocument/2006/relationships/image" Target="../media/image16.svg"/><Relationship Id="rId3" Type="http://schemas.openxmlformats.org/officeDocument/2006/relationships/image" Target="../media/image24.png"/><Relationship Id="rId21" Type="http://schemas.openxmlformats.org/officeDocument/2006/relationships/image" Target="../media/image23.png"/><Relationship Id="rId7" Type="http://schemas.openxmlformats.org/officeDocument/2006/relationships/image" Target="../media/image5.png"/><Relationship Id="rId12" Type="http://schemas.openxmlformats.org/officeDocument/2006/relationships/image" Target="../media/image10.svg"/><Relationship Id="rId17" Type="http://schemas.openxmlformats.org/officeDocument/2006/relationships/image" Target="../media/image15.png"/><Relationship Id="rId2" Type="http://schemas.openxmlformats.org/officeDocument/2006/relationships/image" Target="../media/image1.png"/><Relationship Id="rId16" Type="http://schemas.openxmlformats.org/officeDocument/2006/relationships/image" Target="../media/image14.png"/><Relationship Id="rId20" Type="http://schemas.openxmlformats.org/officeDocument/2006/relationships/image" Target="../media/image18.png"/><Relationship Id="rId1" Type="http://schemas.openxmlformats.org/officeDocument/2006/relationships/slideLayout" Target="../slideLayouts/slideLayout7.xml"/><Relationship Id="rId6" Type="http://schemas.openxmlformats.org/officeDocument/2006/relationships/image" Target="../media/image4.png"/><Relationship Id="rId11" Type="http://schemas.openxmlformats.org/officeDocument/2006/relationships/image" Target="../media/image9.png"/><Relationship Id="rId5" Type="http://schemas.openxmlformats.org/officeDocument/2006/relationships/image" Target="../media/image3.png"/><Relationship Id="rId15" Type="http://schemas.openxmlformats.org/officeDocument/2006/relationships/image" Target="../media/image13.png"/><Relationship Id="rId10" Type="http://schemas.openxmlformats.org/officeDocument/2006/relationships/image" Target="../media/image8.png"/><Relationship Id="rId19" Type="http://schemas.openxmlformats.org/officeDocument/2006/relationships/image" Target="../media/image17.png"/><Relationship Id="rId4" Type="http://schemas.openxmlformats.org/officeDocument/2006/relationships/image" Target="../media/image2.png"/><Relationship Id="rId9" Type="http://schemas.openxmlformats.org/officeDocument/2006/relationships/image" Target="../media/image7.png"/><Relationship Id="rId14" Type="http://schemas.openxmlformats.org/officeDocument/2006/relationships/image" Target="../media/image12.png"/><Relationship Id="rId22" Type="http://schemas.openxmlformats.org/officeDocument/2006/relationships/image" Target="../media/image26.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2"/>
            <a:stretch>
              <a:fillRect t="-128765" r="-84"/>
            </a:stretch>
          </a:blipFill>
        </p:spPr>
      </p:sp>
      <p:grpSp>
        <p:nvGrpSpPr>
          <p:cNvPr id="3" name="Group 3"/>
          <p:cNvGrpSpPr/>
          <p:nvPr/>
        </p:nvGrpSpPr>
        <p:grpSpPr>
          <a:xfrm>
            <a:off x="16423285" y="1390609"/>
            <a:ext cx="275590" cy="78740"/>
            <a:chOff x="0" y="0"/>
            <a:chExt cx="367453" cy="104987"/>
          </a:xfrm>
        </p:grpSpPr>
        <p:sp>
          <p:nvSpPr>
            <p:cNvPr id="4" name="Freeform 4"/>
            <p:cNvSpPr/>
            <p:nvPr/>
          </p:nvSpPr>
          <p:spPr>
            <a:xfrm>
              <a:off x="0" y="0"/>
              <a:ext cx="366776" cy="104394"/>
            </a:xfrm>
            <a:custGeom>
              <a:avLst/>
              <a:gdLst/>
              <a:ahLst/>
              <a:cxnLst/>
              <a:rect l="l" t="t" r="r" b="b"/>
              <a:pathLst>
                <a:path w="366776" h="104394">
                  <a:moveTo>
                    <a:pt x="112522" y="104267"/>
                  </a:moveTo>
                  <a:lnTo>
                    <a:pt x="48895" y="101346"/>
                  </a:lnTo>
                  <a:lnTo>
                    <a:pt x="11938" y="94234"/>
                  </a:lnTo>
                  <a:lnTo>
                    <a:pt x="0" y="90297"/>
                  </a:lnTo>
                  <a:lnTo>
                    <a:pt x="15748" y="77851"/>
                  </a:lnTo>
                  <a:lnTo>
                    <a:pt x="57277" y="49911"/>
                  </a:lnTo>
                  <a:lnTo>
                    <a:pt x="115824" y="20447"/>
                  </a:lnTo>
                  <a:lnTo>
                    <a:pt x="182880" y="3556"/>
                  </a:lnTo>
                  <a:lnTo>
                    <a:pt x="250063" y="0"/>
                  </a:lnTo>
                  <a:lnTo>
                    <a:pt x="308991" y="0"/>
                  </a:lnTo>
                  <a:lnTo>
                    <a:pt x="350774" y="1524"/>
                  </a:lnTo>
                  <a:lnTo>
                    <a:pt x="366776" y="2540"/>
                  </a:lnTo>
                  <a:lnTo>
                    <a:pt x="361315" y="14097"/>
                  </a:lnTo>
                  <a:lnTo>
                    <a:pt x="338836" y="41148"/>
                  </a:lnTo>
                  <a:lnTo>
                    <a:pt x="289560" y="72136"/>
                  </a:lnTo>
                  <a:lnTo>
                    <a:pt x="204343" y="96012"/>
                  </a:lnTo>
                  <a:lnTo>
                    <a:pt x="112522" y="104394"/>
                  </a:lnTo>
                  <a:close/>
                </a:path>
              </a:pathLst>
            </a:custGeom>
            <a:solidFill>
              <a:srgbClr val="FFFFFF"/>
            </a:solidFill>
          </p:spPr>
        </p:sp>
      </p:grpSp>
      <p:sp>
        <p:nvSpPr>
          <p:cNvPr id="5" name="Freeform 5"/>
          <p:cNvSpPr/>
          <p:nvPr/>
        </p:nvSpPr>
        <p:spPr>
          <a:xfrm>
            <a:off x="16469713" y="1223585"/>
            <a:ext cx="228624" cy="168915"/>
          </a:xfrm>
          <a:custGeom>
            <a:avLst/>
            <a:gdLst/>
            <a:ahLst/>
            <a:cxnLst/>
            <a:rect l="l" t="t" r="r" b="b"/>
            <a:pathLst>
              <a:path w="228624" h="168915">
                <a:moveTo>
                  <a:pt x="0" y="0"/>
                </a:moveTo>
                <a:lnTo>
                  <a:pt x="228624" y="0"/>
                </a:lnTo>
                <a:lnTo>
                  <a:pt x="228624" y="168915"/>
                </a:lnTo>
                <a:lnTo>
                  <a:pt x="0" y="168915"/>
                </a:lnTo>
                <a:lnTo>
                  <a:pt x="0" y="0"/>
                </a:lnTo>
                <a:close/>
              </a:path>
            </a:pathLst>
          </a:custGeom>
          <a:blipFill>
            <a:blip r:embed="rId3"/>
            <a:stretch>
              <a:fillRect l="-662" r="-662"/>
            </a:stretch>
          </a:blipFill>
        </p:spPr>
      </p:sp>
      <p:grpSp>
        <p:nvGrpSpPr>
          <p:cNvPr id="6" name="Group 6"/>
          <p:cNvGrpSpPr/>
          <p:nvPr/>
        </p:nvGrpSpPr>
        <p:grpSpPr>
          <a:xfrm>
            <a:off x="16288898" y="1340965"/>
            <a:ext cx="281305" cy="67310"/>
            <a:chOff x="0" y="0"/>
            <a:chExt cx="375073" cy="89747"/>
          </a:xfrm>
        </p:grpSpPr>
        <p:sp>
          <p:nvSpPr>
            <p:cNvPr id="7" name="Freeform 7"/>
            <p:cNvSpPr/>
            <p:nvPr/>
          </p:nvSpPr>
          <p:spPr>
            <a:xfrm>
              <a:off x="0" y="0"/>
              <a:ext cx="374269" cy="89662"/>
            </a:xfrm>
            <a:custGeom>
              <a:avLst/>
              <a:gdLst/>
              <a:ahLst/>
              <a:cxnLst/>
              <a:rect l="l" t="t" r="r" b="b"/>
              <a:pathLst>
                <a:path w="374269" h="89662">
                  <a:moveTo>
                    <a:pt x="199898" y="89662"/>
                  </a:moveTo>
                  <a:lnTo>
                    <a:pt x="119253" y="88265"/>
                  </a:lnTo>
                  <a:lnTo>
                    <a:pt x="56007" y="79883"/>
                  </a:lnTo>
                  <a:lnTo>
                    <a:pt x="14732" y="70485"/>
                  </a:lnTo>
                  <a:lnTo>
                    <a:pt x="0" y="66040"/>
                  </a:lnTo>
                  <a:lnTo>
                    <a:pt x="14224" y="56388"/>
                  </a:lnTo>
                  <a:lnTo>
                    <a:pt x="53848" y="34925"/>
                  </a:lnTo>
                  <a:lnTo>
                    <a:pt x="113919" y="12446"/>
                  </a:lnTo>
                  <a:lnTo>
                    <a:pt x="189992" y="0"/>
                  </a:lnTo>
                  <a:lnTo>
                    <a:pt x="265176" y="1651"/>
                  </a:lnTo>
                  <a:lnTo>
                    <a:pt x="323342" y="10287"/>
                  </a:lnTo>
                  <a:lnTo>
                    <a:pt x="360934" y="19812"/>
                  </a:lnTo>
                  <a:lnTo>
                    <a:pt x="374269" y="24384"/>
                  </a:lnTo>
                  <a:lnTo>
                    <a:pt x="363474" y="33782"/>
                  </a:lnTo>
                  <a:lnTo>
                    <a:pt x="330962" y="54991"/>
                  </a:lnTo>
                  <a:lnTo>
                    <a:pt x="276479" y="77216"/>
                  </a:lnTo>
                  <a:lnTo>
                    <a:pt x="199898" y="89662"/>
                  </a:lnTo>
                  <a:close/>
                </a:path>
              </a:pathLst>
            </a:custGeom>
            <a:solidFill>
              <a:srgbClr val="FFFFFF"/>
            </a:solidFill>
          </p:spPr>
        </p:sp>
      </p:grpSp>
      <p:sp>
        <p:nvSpPr>
          <p:cNvPr id="8" name="Freeform 8"/>
          <p:cNvSpPr/>
          <p:nvPr/>
        </p:nvSpPr>
        <p:spPr>
          <a:xfrm>
            <a:off x="16304772" y="1079767"/>
            <a:ext cx="161462" cy="231707"/>
          </a:xfrm>
          <a:custGeom>
            <a:avLst/>
            <a:gdLst/>
            <a:ahLst/>
            <a:cxnLst/>
            <a:rect l="l" t="t" r="r" b="b"/>
            <a:pathLst>
              <a:path w="161462" h="231707">
                <a:moveTo>
                  <a:pt x="0" y="0"/>
                </a:moveTo>
                <a:lnTo>
                  <a:pt x="161462" y="0"/>
                </a:lnTo>
                <a:lnTo>
                  <a:pt x="161462" y="231707"/>
                </a:lnTo>
                <a:lnTo>
                  <a:pt x="0" y="231707"/>
                </a:lnTo>
                <a:lnTo>
                  <a:pt x="0" y="0"/>
                </a:lnTo>
                <a:close/>
              </a:path>
            </a:pathLst>
          </a:custGeom>
          <a:blipFill>
            <a:blip r:embed="rId4"/>
            <a:stretch>
              <a:fillRect t="-679" b="-679"/>
            </a:stretch>
          </a:blipFill>
        </p:spPr>
      </p:sp>
      <p:grpSp>
        <p:nvGrpSpPr>
          <p:cNvPr id="9" name="Group 9"/>
          <p:cNvGrpSpPr/>
          <p:nvPr/>
        </p:nvGrpSpPr>
        <p:grpSpPr>
          <a:xfrm>
            <a:off x="16144541" y="1251566"/>
            <a:ext cx="280670" cy="76200"/>
            <a:chOff x="0" y="0"/>
            <a:chExt cx="374227" cy="101600"/>
          </a:xfrm>
        </p:grpSpPr>
        <p:sp>
          <p:nvSpPr>
            <p:cNvPr id="10" name="Freeform 10"/>
            <p:cNvSpPr/>
            <p:nvPr/>
          </p:nvSpPr>
          <p:spPr>
            <a:xfrm>
              <a:off x="0" y="0"/>
              <a:ext cx="373507" cy="100965"/>
            </a:xfrm>
            <a:custGeom>
              <a:avLst/>
              <a:gdLst/>
              <a:ahLst/>
              <a:cxnLst/>
              <a:rect l="l" t="t" r="r" b="b"/>
              <a:pathLst>
                <a:path w="373507" h="100965">
                  <a:moveTo>
                    <a:pt x="266192" y="100965"/>
                  </a:moveTo>
                  <a:lnTo>
                    <a:pt x="188849" y="95123"/>
                  </a:lnTo>
                  <a:lnTo>
                    <a:pt x="110744" y="74930"/>
                  </a:lnTo>
                  <a:lnTo>
                    <a:pt x="51308" y="51943"/>
                  </a:lnTo>
                  <a:lnTo>
                    <a:pt x="0" y="25400"/>
                  </a:lnTo>
                  <a:lnTo>
                    <a:pt x="16129" y="19431"/>
                  </a:lnTo>
                  <a:lnTo>
                    <a:pt x="59563" y="7747"/>
                  </a:lnTo>
                  <a:lnTo>
                    <a:pt x="123317" y="0"/>
                  </a:lnTo>
                  <a:lnTo>
                    <a:pt x="200152" y="5715"/>
                  </a:lnTo>
                  <a:lnTo>
                    <a:pt x="272796" y="24892"/>
                  </a:lnTo>
                  <a:lnTo>
                    <a:pt x="327279" y="46863"/>
                  </a:lnTo>
                  <a:lnTo>
                    <a:pt x="361569" y="65024"/>
                  </a:lnTo>
                  <a:lnTo>
                    <a:pt x="373507" y="72517"/>
                  </a:lnTo>
                  <a:lnTo>
                    <a:pt x="360807" y="79121"/>
                  </a:lnTo>
                  <a:lnTo>
                    <a:pt x="324231" y="92075"/>
                  </a:lnTo>
                  <a:lnTo>
                    <a:pt x="266065" y="100965"/>
                  </a:lnTo>
                  <a:close/>
                </a:path>
              </a:pathLst>
            </a:custGeom>
            <a:solidFill>
              <a:srgbClr val="FFFFFF"/>
            </a:solidFill>
          </p:spPr>
        </p:sp>
      </p:grpSp>
      <p:sp>
        <p:nvSpPr>
          <p:cNvPr id="11" name="Freeform 11"/>
          <p:cNvSpPr/>
          <p:nvPr/>
        </p:nvSpPr>
        <p:spPr>
          <a:xfrm>
            <a:off x="16106052" y="1104701"/>
            <a:ext cx="244782" cy="141776"/>
          </a:xfrm>
          <a:custGeom>
            <a:avLst/>
            <a:gdLst/>
            <a:ahLst/>
            <a:cxnLst/>
            <a:rect l="l" t="t" r="r" b="b"/>
            <a:pathLst>
              <a:path w="244782" h="141776">
                <a:moveTo>
                  <a:pt x="0" y="0"/>
                </a:moveTo>
                <a:lnTo>
                  <a:pt x="244782" y="0"/>
                </a:lnTo>
                <a:lnTo>
                  <a:pt x="244782" y="141776"/>
                </a:lnTo>
                <a:lnTo>
                  <a:pt x="0" y="141776"/>
                </a:lnTo>
                <a:lnTo>
                  <a:pt x="0" y="0"/>
                </a:lnTo>
                <a:close/>
              </a:path>
            </a:pathLst>
          </a:custGeom>
          <a:blipFill>
            <a:blip r:embed="rId5"/>
            <a:stretch>
              <a:fillRect t="-780" b="-780"/>
            </a:stretch>
          </a:blipFill>
        </p:spPr>
      </p:sp>
      <p:sp>
        <p:nvSpPr>
          <p:cNvPr id="12" name="Freeform 12"/>
          <p:cNvSpPr/>
          <p:nvPr/>
        </p:nvSpPr>
        <p:spPr>
          <a:xfrm>
            <a:off x="16019856" y="339559"/>
            <a:ext cx="393700" cy="802640"/>
          </a:xfrm>
          <a:custGeom>
            <a:avLst/>
            <a:gdLst/>
            <a:ahLst/>
            <a:cxnLst/>
            <a:rect l="l" t="t" r="r" b="b"/>
            <a:pathLst>
              <a:path w="393700" h="802640">
                <a:moveTo>
                  <a:pt x="0" y="0"/>
                </a:moveTo>
                <a:lnTo>
                  <a:pt x="393700" y="0"/>
                </a:lnTo>
                <a:lnTo>
                  <a:pt x="393700" y="802640"/>
                </a:lnTo>
                <a:lnTo>
                  <a:pt x="0" y="802640"/>
                </a:lnTo>
                <a:lnTo>
                  <a:pt x="0" y="0"/>
                </a:lnTo>
                <a:close/>
              </a:path>
            </a:pathLst>
          </a:custGeom>
          <a:blipFill>
            <a:blip r:embed="rId6">
              <a:extLst>
                <a:ext uri="{96DAC541-7B7A-43D3-8B79-37D633B846F1}">
                  <asvg:svgBlip xmlns:asvg="http://schemas.microsoft.com/office/drawing/2016/SVG/main" r:embed="rId7"/>
                </a:ext>
              </a:extLst>
            </a:blip>
            <a:stretch>
              <a:fillRect/>
            </a:stretch>
          </a:blipFill>
        </p:spPr>
      </p:sp>
      <p:sp>
        <p:nvSpPr>
          <p:cNvPr id="13" name="Freeform 13"/>
          <p:cNvSpPr/>
          <p:nvPr/>
        </p:nvSpPr>
        <p:spPr>
          <a:xfrm>
            <a:off x="16594649" y="1425631"/>
            <a:ext cx="112653" cy="126308"/>
          </a:xfrm>
          <a:custGeom>
            <a:avLst/>
            <a:gdLst/>
            <a:ahLst/>
            <a:cxnLst/>
            <a:rect l="l" t="t" r="r" b="b"/>
            <a:pathLst>
              <a:path w="112653" h="126308">
                <a:moveTo>
                  <a:pt x="0" y="0"/>
                </a:moveTo>
                <a:lnTo>
                  <a:pt x="112653" y="0"/>
                </a:lnTo>
                <a:lnTo>
                  <a:pt x="112653" y="126308"/>
                </a:lnTo>
                <a:lnTo>
                  <a:pt x="0" y="126308"/>
                </a:lnTo>
                <a:lnTo>
                  <a:pt x="0" y="0"/>
                </a:lnTo>
                <a:close/>
              </a:path>
            </a:pathLst>
          </a:custGeom>
          <a:blipFill>
            <a:blip r:embed="rId8"/>
            <a:stretch>
              <a:fillRect t="-168" b="-168"/>
            </a:stretch>
          </a:blipFill>
        </p:spPr>
      </p:sp>
      <p:sp>
        <p:nvSpPr>
          <p:cNvPr id="14" name="Freeform 14"/>
          <p:cNvSpPr/>
          <p:nvPr/>
        </p:nvSpPr>
        <p:spPr>
          <a:xfrm>
            <a:off x="16480534" y="758952"/>
            <a:ext cx="259079" cy="414527"/>
          </a:xfrm>
          <a:custGeom>
            <a:avLst/>
            <a:gdLst/>
            <a:ahLst/>
            <a:cxnLst/>
            <a:rect l="l" t="t" r="r" b="b"/>
            <a:pathLst>
              <a:path w="259079" h="414527">
                <a:moveTo>
                  <a:pt x="0" y="0"/>
                </a:moveTo>
                <a:lnTo>
                  <a:pt x="259079" y="0"/>
                </a:lnTo>
                <a:lnTo>
                  <a:pt x="259079" y="414527"/>
                </a:lnTo>
                <a:lnTo>
                  <a:pt x="0" y="414527"/>
                </a:lnTo>
                <a:lnTo>
                  <a:pt x="0" y="0"/>
                </a:lnTo>
                <a:close/>
              </a:path>
            </a:pathLst>
          </a:custGeom>
          <a:blipFill>
            <a:blip r:embed="rId9"/>
            <a:stretch>
              <a:fillRect/>
            </a:stretch>
          </a:blipFill>
        </p:spPr>
      </p:sp>
      <p:sp>
        <p:nvSpPr>
          <p:cNvPr id="15" name="Freeform 15"/>
          <p:cNvSpPr/>
          <p:nvPr/>
        </p:nvSpPr>
        <p:spPr>
          <a:xfrm>
            <a:off x="16424389" y="792619"/>
            <a:ext cx="151765" cy="323850"/>
          </a:xfrm>
          <a:custGeom>
            <a:avLst/>
            <a:gdLst/>
            <a:ahLst/>
            <a:cxnLst/>
            <a:rect l="l" t="t" r="r" b="b"/>
            <a:pathLst>
              <a:path w="151765" h="323850">
                <a:moveTo>
                  <a:pt x="0" y="0"/>
                </a:moveTo>
                <a:lnTo>
                  <a:pt x="151765" y="0"/>
                </a:lnTo>
                <a:lnTo>
                  <a:pt x="151765" y="323850"/>
                </a:lnTo>
                <a:lnTo>
                  <a:pt x="0" y="323850"/>
                </a:lnTo>
                <a:lnTo>
                  <a:pt x="0" y="0"/>
                </a:lnTo>
                <a:close/>
              </a:path>
            </a:pathLst>
          </a:custGeom>
          <a:blipFill>
            <a:blip r:embed="rId10">
              <a:extLst>
                <a:ext uri="{96DAC541-7B7A-43D3-8B79-37D633B846F1}">
                  <asvg:svgBlip xmlns:asvg="http://schemas.microsoft.com/office/drawing/2016/SVG/main" r:embed="rId11"/>
                </a:ext>
              </a:extLst>
            </a:blip>
            <a:stretch>
              <a:fillRect/>
            </a:stretch>
          </a:blipFill>
        </p:spPr>
      </p:sp>
      <p:sp>
        <p:nvSpPr>
          <p:cNvPr id="16" name="Freeform 16"/>
          <p:cNvSpPr/>
          <p:nvPr/>
        </p:nvSpPr>
        <p:spPr>
          <a:xfrm>
            <a:off x="16669510" y="755904"/>
            <a:ext cx="999743" cy="384047"/>
          </a:xfrm>
          <a:custGeom>
            <a:avLst/>
            <a:gdLst/>
            <a:ahLst/>
            <a:cxnLst/>
            <a:rect l="l" t="t" r="r" b="b"/>
            <a:pathLst>
              <a:path w="999743" h="384047">
                <a:moveTo>
                  <a:pt x="0" y="0"/>
                </a:moveTo>
                <a:lnTo>
                  <a:pt x="999743" y="0"/>
                </a:lnTo>
                <a:lnTo>
                  <a:pt x="999743" y="384047"/>
                </a:lnTo>
                <a:lnTo>
                  <a:pt x="0" y="384047"/>
                </a:lnTo>
                <a:lnTo>
                  <a:pt x="0" y="0"/>
                </a:lnTo>
                <a:close/>
              </a:path>
            </a:pathLst>
          </a:custGeom>
          <a:blipFill>
            <a:blip r:embed="rId12"/>
            <a:stretch>
              <a:fillRect/>
            </a:stretch>
          </a:blipFill>
        </p:spPr>
      </p:sp>
      <p:grpSp>
        <p:nvGrpSpPr>
          <p:cNvPr id="17" name="Group 17"/>
          <p:cNvGrpSpPr/>
          <p:nvPr/>
        </p:nvGrpSpPr>
        <p:grpSpPr>
          <a:xfrm>
            <a:off x="17330812" y="1389182"/>
            <a:ext cx="274955" cy="79375"/>
            <a:chOff x="0" y="0"/>
            <a:chExt cx="366607" cy="105833"/>
          </a:xfrm>
        </p:grpSpPr>
        <p:sp>
          <p:nvSpPr>
            <p:cNvPr id="18" name="Freeform 18"/>
            <p:cNvSpPr/>
            <p:nvPr/>
          </p:nvSpPr>
          <p:spPr>
            <a:xfrm>
              <a:off x="0" y="0"/>
              <a:ext cx="366268" cy="105283"/>
            </a:xfrm>
            <a:custGeom>
              <a:avLst/>
              <a:gdLst/>
              <a:ahLst/>
              <a:cxnLst/>
              <a:rect l="l" t="t" r="r" b="b"/>
              <a:pathLst>
                <a:path w="366268" h="105283">
                  <a:moveTo>
                    <a:pt x="253746" y="105283"/>
                  </a:moveTo>
                  <a:lnTo>
                    <a:pt x="317373" y="102616"/>
                  </a:lnTo>
                  <a:lnTo>
                    <a:pt x="354330" y="95758"/>
                  </a:lnTo>
                  <a:lnTo>
                    <a:pt x="366268" y="91821"/>
                  </a:lnTo>
                  <a:lnTo>
                    <a:pt x="350520" y="79375"/>
                  </a:lnTo>
                  <a:lnTo>
                    <a:pt x="250698" y="21590"/>
                  </a:lnTo>
                  <a:lnTo>
                    <a:pt x="183896" y="4191"/>
                  </a:lnTo>
                  <a:lnTo>
                    <a:pt x="116713" y="254"/>
                  </a:lnTo>
                  <a:lnTo>
                    <a:pt x="57785" y="0"/>
                  </a:lnTo>
                  <a:lnTo>
                    <a:pt x="15875" y="1270"/>
                  </a:lnTo>
                  <a:lnTo>
                    <a:pt x="0" y="2159"/>
                  </a:lnTo>
                  <a:lnTo>
                    <a:pt x="5334" y="13716"/>
                  </a:lnTo>
                  <a:lnTo>
                    <a:pt x="27813" y="40894"/>
                  </a:lnTo>
                  <a:lnTo>
                    <a:pt x="76708" y="72263"/>
                  </a:lnTo>
                  <a:lnTo>
                    <a:pt x="161925" y="96520"/>
                  </a:lnTo>
                  <a:lnTo>
                    <a:pt x="253746" y="105283"/>
                  </a:lnTo>
                  <a:close/>
                </a:path>
              </a:pathLst>
            </a:custGeom>
            <a:solidFill>
              <a:srgbClr val="FFFFFF"/>
            </a:solidFill>
          </p:spPr>
        </p:sp>
      </p:grpSp>
      <p:sp>
        <p:nvSpPr>
          <p:cNvPr id="19" name="Freeform 19"/>
          <p:cNvSpPr/>
          <p:nvPr/>
        </p:nvSpPr>
        <p:spPr>
          <a:xfrm>
            <a:off x="17330812" y="1223064"/>
            <a:ext cx="229460" cy="167778"/>
          </a:xfrm>
          <a:custGeom>
            <a:avLst/>
            <a:gdLst/>
            <a:ahLst/>
            <a:cxnLst/>
            <a:rect l="l" t="t" r="r" b="b"/>
            <a:pathLst>
              <a:path w="229460" h="167778">
                <a:moveTo>
                  <a:pt x="0" y="0"/>
                </a:moveTo>
                <a:lnTo>
                  <a:pt x="229460" y="0"/>
                </a:lnTo>
                <a:lnTo>
                  <a:pt x="229460" y="167778"/>
                </a:lnTo>
                <a:lnTo>
                  <a:pt x="0" y="167778"/>
                </a:lnTo>
                <a:lnTo>
                  <a:pt x="0" y="0"/>
                </a:lnTo>
                <a:close/>
              </a:path>
            </a:pathLst>
          </a:custGeom>
          <a:blipFill>
            <a:blip r:embed="rId13"/>
            <a:stretch>
              <a:fillRect l="-138" r="-138"/>
            </a:stretch>
          </a:blipFill>
        </p:spPr>
      </p:sp>
      <p:grpSp>
        <p:nvGrpSpPr>
          <p:cNvPr id="20" name="Group 20"/>
          <p:cNvGrpSpPr/>
          <p:nvPr/>
        </p:nvGrpSpPr>
        <p:grpSpPr>
          <a:xfrm>
            <a:off x="17459738" y="1340632"/>
            <a:ext cx="280670" cy="67310"/>
            <a:chOff x="0" y="0"/>
            <a:chExt cx="374227" cy="89747"/>
          </a:xfrm>
        </p:grpSpPr>
        <p:sp>
          <p:nvSpPr>
            <p:cNvPr id="21" name="Freeform 21"/>
            <p:cNvSpPr/>
            <p:nvPr/>
          </p:nvSpPr>
          <p:spPr>
            <a:xfrm>
              <a:off x="0" y="0"/>
              <a:ext cx="374015" cy="89535"/>
            </a:xfrm>
            <a:custGeom>
              <a:avLst/>
              <a:gdLst/>
              <a:ahLst/>
              <a:cxnLst/>
              <a:rect l="l" t="t" r="r" b="b"/>
              <a:pathLst>
                <a:path w="374015" h="89535">
                  <a:moveTo>
                    <a:pt x="173990" y="89535"/>
                  </a:moveTo>
                  <a:lnTo>
                    <a:pt x="254635" y="88519"/>
                  </a:lnTo>
                  <a:lnTo>
                    <a:pt x="317881" y="80518"/>
                  </a:lnTo>
                  <a:lnTo>
                    <a:pt x="359156" y="71374"/>
                  </a:lnTo>
                  <a:lnTo>
                    <a:pt x="374015" y="67056"/>
                  </a:lnTo>
                  <a:lnTo>
                    <a:pt x="359791" y="57404"/>
                  </a:lnTo>
                  <a:lnTo>
                    <a:pt x="320421" y="35560"/>
                  </a:lnTo>
                  <a:lnTo>
                    <a:pt x="260350" y="12827"/>
                  </a:lnTo>
                  <a:lnTo>
                    <a:pt x="184277" y="0"/>
                  </a:lnTo>
                  <a:lnTo>
                    <a:pt x="109220" y="1270"/>
                  </a:lnTo>
                  <a:lnTo>
                    <a:pt x="50927" y="9652"/>
                  </a:lnTo>
                  <a:lnTo>
                    <a:pt x="13335" y="19050"/>
                  </a:lnTo>
                  <a:lnTo>
                    <a:pt x="0" y="23495"/>
                  </a:lnTo>
                  <a:lnTo>
                    <a:pt x="10795" y="33020"/>
                  </a:lnTo>
                  <a:lnTo>
                    <a:pt x="43180" y="54229"/>
                  </a:lnTo>
                  <a:lnTo>
                    <a:pt x="97409" y="76708"/>
                  </a:lnTo>
                  <a:lnTo>
                    <a:pt x="173990" y="89535"/>
                  </a:lnTo>
                  <a:close/>
                </a:path>
              </a:pathLst>
            </a:custGeom>
            <a:solidFill>
              <a:srgbClr val="FFFFFF"/>
            </a:solidFill>
          </p:spPr>
        </p:sp>
      </p:grpSp>
      <p:sp>
        <p:nvSpPr>
          <p:cNvPr id="22" name="Freeform 22"/>
          <p:cNvSpPr/>
          <p:nvPr/>
        </p:nvSpPr>
        <p:spPr>
          <a:xfrm>
            <a:off x="17563315" y="1080067"/>
            <a:ext cx="162610" cy="230903"/>
          </a:xfrm>
          <a:custGeom>
            <a:avLst/>
            <a:gdLst/>
            <a:ahLst/>
            <a:cxnLst/>
            <a:rect l="l" t="t" r="r" b="b"/>
            <a:pathLst>
              <a:path w="162610" h="230903">
                <a:moveTo>
                  <a:pt x="0" y="0"/>
                </a:moveTo>
                <a:lnTo>
                  <a:pt x="162610" y="0"/>
                </a:lnTo>
                <a:lnTo>
                  <a:pt x="162610" y="230903"/>
                </a:lnTo>
                <a:lnTo>
                  <a:pt x="0" y="230903"/>
                </a:lnTo>
                <a:lnTo>
                  <a:pt x="0" y="0"/>
                </a:lnTo>
                <a:close/>
              </a:path>
            </a:pathLst>
          </a:custGeom>
          <a:blipFill>
            <a:blip r:embed="rId14"/>
            <a:stretch>
              <a:fillRect l="-290" r="-290"/>
            </a:stretch>
          </a:blipFill>
        </p:spPr>
      </p:sp>
      <p:grpSp>
        <p:nvGrpSpPr>
          <p:cNvPr id="23" name="Group 23"/>
          <p:cNvGrpSpPr/>
          <p:nvPr/>
        </p:nvGrpSpPr>
        <p:grpSpPr>
          <a:xfrm>
            <a:off x="17604850" y="1252199"/>
            <a:ext cx="280670" cy="75565"/>
            <a:chOff x="0" y="0"/>
            <a:chExt cx="374227" cy="100753"/>
          </a:xfrm>
        </p:grpSpPr>
        <p:sp>
          <p:nvSpPr>
            <p:cNvPr id="24" name="Freeform 24"/>
            <p:cNvSpPr/>
            <p:nvPr/>
          </p:nvSpPr>
          <p:spPr>
            <a:xfrm>
              <a:off x="0" y="0"/>
              <a:ext cx="373888" cy="100330"/>
            </a:xfrm>
            <a:custGeom>
              <a:avLst/>
              <a:gdLst/>
              <a:ahLst/>
              <a:cxnLst/>
              <a:rect l="l" t="t" r="r" b="b"/>
              <a:pathLst>
                <a:path w="373888" h="100330">
                  <a:moveTo>
                    <a:pt x="107188" y="100203"/>
                  </a:moveTo>
                  <a:lnTo>
                    <a:pt x="184658" y="94869"/>
                  </a:lnTo>
                  <a:lnTo>
                    <a:pt x="262763" y="75057"/>
                  </a:lnTo>
                  <a:lnTo>
                    <a:pt x="322453" y="52451"/>
                  </a:lnTo>
                  <a:lnTo>
                    <a:pt x="373888" y="26162"/>
                  </a:lnTo>
                  <a:lnTo>
                    <a:pt x="357886" y="20066"/>
                  </a:lnTo>
                  <a:lnTo>
                    <a:pt x="314325" y="8001"/>
                  </a:lnTo>
                  <a:lnTo>
                    <a:pt x="250571" y="0"/>
                  </a:lnTo>
                  <a:lnTo>
                    <a:pt x="173736" y="5334"/>
                  </a:lnTo>
                  <a:lnTo>
                    <a:pt x="100965" y="24130"/>
                  </a:lnTo>
                  <a:lnTo>
                    <a:pt x="46355" y="45847"/>
                  </a:lnTo>
                  <a:lnTo>
                    <a:pt x="11938" y="63754"/>
                  </a:lnTo>
                  <a:lnTo>
                    <a:pt x="0" y="71247"/>
                  </a:lnTo>
                  <a:lnTo>
                    <a:pt x="12700" y="77978"/>
                  </a:lnTo>
                  <a:lnTo>
                    <a:pt x="49149" y="91186"/>
                  </a:lnTo>
                  <a:lnTo>
                    <a:pt x="107188" y="100330"/>
                  </a:lnTo>
                  <a:close/>
                </a:path>
              </a:pathLst>
            </a:custGeom>
            <a:solidFill>
              <a:srgbClr val="FFFFFF"/>
            </a:solidFill>
          </p:spPr>
        </p:sp>
      </p:grpSp>
      <p:sp>
        <p:nvSpPr>
          <p:cNvPr id="25" name="Freeform 25"/>
          <p:cNvSpPr/>
          <p:nvPr/>
        </p:nvSpPr>
        <p:spPr>
          <a:xfrm>
            <a:off x="17679041" y="1105987"/>
            <a:ext cx="245478" cy="140612"/>
          </a:xfrm>
          <a:custGeom>
            <a:avLst/>
            <a:gdLst/>
            <a:ahLst/>
            <a:cxnLst/>
            <a:rect l="l" t="t" r="r" b="b"/>
            <a:pathLst>
              <a:path w="245478" h="140612">
                <a:moveTo>
                  <a:pt x="0" y="0"/>
                </a:moveTo>
                <a:lnTo>
                  <a:pt x="245478" y="0"/>
                </a:lnTo>
                <a:lnTo>
                  <a:pt x="245478" y="140612"/>
                </a:lnTo>
                <a:lnTo>
                  <a:pt x="0" y="140612"/>
                </a:lnTo>
                <a:lnTo>
                  <a:pt x="0" y="0"/>
                </a:lnTo>
                <a:close/>
              </a:path>
            </a:pathLst>
          </a:custGeom>
          <a:blipFill>
            <a:blip r:embed="rId15"/>
            <a:stretch>
              <a:fillRect t="-359" b="-359"/>
            </a:stretch>
          </a:blipFill>
        </p:spPr>
      </p:sp>
      <p:sp>
        <p:nvSpPr>
          <p:cNvPr id="26" name="Freeform 26"/>
          <p:cNvSpPr/>
          <p:nvPr/>
        </p:nvSpPr>
        <p:spPr>
          <a:xfrm>
            <a:off x="17621199" y="339330"/>
            <a:ext cx="390525" cy="803275"/>
          </a:xfrm>
          <a:custGeom>
            <a:avLst/>
            <a:gdLst/>
            <a:ahLst/>
            <a:cxnLst/>
            <a:rect l="l" t="t" r="r" b="b"/>
            <a:pathLst>
              <a:path w="390525" h="803275">
                <a:moveTo>
                  <a:pt x="0" y="0"/>
                </a:moveTo>
                <a:lnTo>
                  <a:pt x="390525" y="0"/>
                </a:lnTo>
                <a:lnTo>
                  <a:pt x="390525" y="803275"/>
                </a:lnTo>
                <a:lnTo>
                  <a:pt x="0" y="803275"/>
                </a:lnTo>
                <a:lnTo>
                  <a:pt x="0" y="0"/>
                </a:lnTo>
                <a:close/>
              </a:path>
            </a:pathLst>
          </a:custGeom>
          <a:blipFill>
            <a:blip r:embed="rId16">
              <a:extLst>
                <a:ext uri="{96DAC541-7B7A-43D3-8B79-37D633B846F1}">
                  <asvg:svgBlip xmlns:asvg="http://schemas.microsoft.com/office/drawing/2016/SVG/main" r:embed="rId17"/>
                </a:ext>
              </a:extLst>
            </a:blip>
            <a:stretch>
              <a:fillRect/>
            </a:stretch>
          </a:blipFill>
        </p:spPr>
      </p:sp>
      <p:sp>
        <p:nvSpPr>
          <p:cNvPr id="27" name="Freeform 27"/>
          <p:cNvSpPr/>
          <p:nvPr/>
        </p:nvSpPr>
        <p:spPr>
          <a:xfrm>
            <a:off x="17321684" y="1423928"/>
            <a:ext cx="112071" cy="126802"/>
          </a:xfrm>
          <a:custGeom>
            <a:avLst/>
            <a:gdLst/>
            <a:ahLst/>
            <a:cxnLst/>
            <a:rect l="l" t="t" r="r" b="b"/>
            <a:pathLst>
              <a:path w="112071" h="126802">
                <a:moveTo>
                  <a:pt x="0" y="0"/>
                </a:moveTo>
                <a:lnTo>
                  <a:pt x="112071" y="0"/>
                </a:lnTo>
                <a:lnTo>
                  <a:pt x="112071" y="126802"/>
                </a:lnTo>
                <a:lnTo>
                  <a:pt x="0" y="126802"/>
                </a:lnTo>
                <a:lnTo>
                  <a:pt x="0" y="0"/>
                </a:lnTo>
                <a:close/>
              </a:path>
            </a:pathLst>
          </a:custGeom>
          <a:blipFill>
            <a:blip r:embed="rId18"/>
            <a:stretch>
              <a:fillRect l="-2220" r="-2220"/>
            </a:stretch>
          </a:blipFill>
        </p:spPr>
      </p:sp>
      <p:grpSp>
        <p:nvGrpSpPr>
          <p:cNvPr id="28" name="Group 28"/>
          <p:cNvGrpSpPr/>
          <p:nvPr/>
        </p:nvGrpSpPr>
        <p:grpSpPr>
          <a:xfrm>
            <a:off x="16474160" y="744181"/>
            <a:ext cx="38100" cy="307340"/>
            <a:chOff x="0" y="0"/>
            <a:chExt cx="50800" cy="409787"/>
          </a:xfrm>
        </p:grpSpPr>
        <p:sp>
          <p:nvSpPr>
            <p:cNvPr id="29" name="Freeform 29"/>
            <p:cNvSpPr/>
            <p:nvPr/>
          </p:nvSpPr>
          <p:spPr>
            <a:xfrm>
              <a:off x="0" y="367665"/>
              <a:ext cx="41529" cy="41529"/>
            </a:xfrm>
            <a:custGeom>
              <a:avLst/>
              <a:gdLst/>
              <a:ahLst/>
              <a:cxnLst/>
              <a:rect l="l" t="t" r="r" b="b"/>
              <a:pathLst>
                <a:path w="41529" h="41529">
                  <a:moveTo>
                    <a:pt x="41529" y="0"/>
                  </a:moveTo>
                  <a:lnTo>
                    <a:pt x="0" y="0"/>
                  </a:lnTo>
                  <a:lnTo>
                    <a:pt x="0" y="41529"/>
                  </a:lnTo>
                  <a:lnTo>
                    <a:pt x="41529" y="41529"/>
                  </a:lnTo>
                  <a:lnTo>
                    <a:pt x="41529" y="0"/>
                  </a:lnTo>
                  <a:close/>
                </a:path>
              </a:pathLst>
            </a:custGeom>
            <a:solidFill>
              <a:srgbClr val="FFFFFF"/>
            </a:solidFill>
          </p:spPr>
        </p:sp>
        <p:sp>
          <p:nvSpPr>
            <p:cNvPr id="30" name="Freeform 30"/>
            <p:cNvSpPr/>
            <p:nvPr/>
          </p:nvSpPr>
          <p:spPr>
            <a:xfrm>
              <a:off x="9144" y="0"/>
              <a:ext cx="41529" cy="41529"/>
            </a:xfrm>
            <a:custGeom>
              <a:avLst/>
              <a:gdLst/>
              <a:ahLst/>
              <a:cxnLst/>
              <a:rect l="l" t="t" r="r" b="b"/>
              <a:pathLst>
                <a:path w="41529" h="41529">
                  <a:moveTo>
                    <a:pt x="41529" y="0"/>
                  </a:moveTo>
                  <a:lnTo>
                    <a:pt x="0" y="0"/>
                  </a:lnTo>
                  <a:lnTo>
                    <a:pt x="0" y="41529"/>
                  </a:lnTo>
                  <a:lnTo>
                    <a:pt x="41529" y="41529"/>
                  </a:lnTo>
                  <a:lnTo>
                    <a:pt x="41529" y="0"/>
                  </a:lnTo>
                  <a:close/>
                </a:path>
              </a:pathLst>
            </a:custGeom>
            <a:solidFill>
              <a:srgbClr val="FFFFFF"/>
            </a:solidFill>
          </p:spPr>
        </p:sp>
      </p:grpSp>
      <p:sp>
        <p:nvSpPr>
          <p:cNvPr id="31" name="Freeform 31"/>
          <p:cNvSpPr/>
          <p:nvPr/>
        </p:nvSpPr>
        <p:spPr>
          <a:xfrm>
            <a:off x="16947701" y="1390593"/>
            <a:ext cx="135917" cy="134319"/>
          </a:xfrm>
          <a:custGeom>
            <a:avLst/>
            <a:gdLst/>
            <a:ahLst/>
            <a:cxnLst/>
            <a:rect l="l" t="t" r="r" b="b"/>
            <a:pathLst>
              <a:path w="135917" h="134319">
                <a:moveTo>
                  <a:pt x="0" y="0"/>
                </a:moveTo>
                <a:lnTo>
                  <a:pt x="135917" y="0"/>
                </a:lnTo>
                <a:lnTo>
                  <a:pt x="135917" y="134319"/>
                </a:lnTo>
                <a:lnTo>
                  <a:pt x="0" y="134319"/>
                </a:lnTo>
                <a:lnTo>
                  <a:pt x="0" y="0"/>
                </a:lnTo>
                <a:close/>
              </a:path>
            </a:pathLst>
          </a:custGeom>
          <a:blipFill>
            <a:blip r:embed="rId19"/>
            <a:stretch>
              <a:fillRect t="-594" b="-594"/>
            </a:stretch>
          </a:blipFill>
        </p:spPr>
      </p:sp>
      <p:sp>
        <p:nvSpPr>
          <p:cNvPr id="32" name="Freeform 32"/>
          <p:cNvSpPr/>
          <p:nvPr/>
        </p:nvSpPr>
        <p:spPr>
          <a:xfrm>
            <a:off x="503593" y="410850"/>
            <a:ext cx="3181349" cy="1238249"/>
          </a:xfrm>
          <a:custGeom>
            <a:avLst/>
            <a:gdLst/>
            <a:ahLst/>
            <a:cxnLst/>
            <a:rect l="l" t="t" r="r" b="b"/>
            <a:pathLst>
              <a:path w="3181349" h="1238249">
                <a:moveTo>
                  <a:pt x="0" y="0"/>
                </a:moveTo>
                <a:lnTo>
                  <a:pt x="3181349" y="0"/>
                </a:lnTo>
                <a:lnTo>
                  <a:pt x="3181349" y="1238249"/>
                </a:lnTo>
                <a:lnTo>
                  <a:pt x="0" y="1238249"/>
                </a:lnTo>
                <a:lnTo>
                  <a:pt x="0" y="0"/>
                </a:lnTo>
                <a:close/>
              </a:path>
            </a:pathLst>
          </a:custGeom>
          <a:blipFill>
            <a:blip r:embed="rId20"/>
            <a:stretch>
              <a:fillRect t="-100" b="-100"/>
            </a:stretch>
          </a:blipFill>
        </p:spPr>
      </p:sp>
      <p:sp>
        <p:nvSpPr>
          <p:cNvPr id="33" name="Freeform 33"/>
          <p:cNvSpPr/>
          <p:nvPr/>
        </p:nvSpPr>
        <p:spPr>
          <a:xfrm>
            <a:off x="15942919" y="755877"/>
            <a:ext cx="175260" cy="374015"/>
          </a:xfrm>
          <a:custGeom>
            <a:avLst/>
            <a:gdLst/>
            <a:ahLst/>
            <a:cxnLst/>
            <a:rect l="l" t="t" r="r" b="b"/>
            <a:pathLst>
              <a:path w="175260" h="374015">
                <a:moveTo>
                  <a:pt x="0" y="0"/>
                </a:moveTo>
                <a:lnTo>
                  <a:pt x="175260" y="0"/>
                </a:lnTo>
                <a:lnTo>
                  <a:pt x="175260" y="374015"/>
                </a:lnTo>
                <a:lnTo>
                  <a:pt x="0" y="374015"/>
                </a:lnTo>
                <a:lnTo>
                  <a:pt x="0" y="0"/>
                </a:lnTo>
                <a:close/>
              </a:path>
            </a:pathLst>
          </a:custGeom>
          <a:blipFill>
            <a:blip r:embed="rId21">
              <a:extLst>
                <a:ext uri="{96DAC541-7B7A-43D3-8B79-37D633B846F1}">
                  <asvg:svgBlip xmlns:asvg="http://schemas.microsoft.com/office/drawing/2016/SVG/main" r:embed="rId22"/>
                </a:ext>
              </a:extLst>
            </a:blip>
            <a:stretch>
              <a:fillRect/>
            </a:stretch>
          </a:blipFill>
        </p:spPr>
      </p:sp>
      <p:grpSp>
        <p:nvGrpSpPr>
          <p:cNvPr id="34" name="Group 34"/>
          <p:cNvGrpSpPr/>
          <p:nvPr/>
        </p:nvGrpSpPr>
        <p:grpSpPr>
          <a:xfrm>
            <a:off x="16000425" y="699921"/>
            <a:ext cx="44450" cy="354965"/>
            <a:chOff x="0" y="0"/>
            <a:chExt cx="59267" cy="473287"/>
          </a:xfrm>
        </p:grpSpPr>
        <p:sp>
          <p:nvSpPr>
            <p:cNvPr id="35" name="Freeform 35"/>
            <p:cNvSpPr/>
            <p:nvPr/>
          </p:nvSpPr>
          <p:spPr>
            <a:xfrm>
              <a:off x="0" y="424815"/>
              <a:ext cx="47879" cy="47879"/>
            </a:xfrm>
            <a:custGeom>
              <a:avLst/>
              <a:gdLst/>
              <a:ahLst/>
              <a:cxnLst/>
              <a:rect l="l" t="t" r="r" b="b"/>
              <a:pathLst>
                <a:path w="47879" h="47879">
                  <a:moveTo>
                    <a:pt x="47879" y="0"/>
                  </a:moveTo>
                  <a:lnTo>
                    <a:pt x="0" y="0"/>
                  </a:lnTo>
                  <a:lnTo>
                    <a:pt x="0" y="47879"/>
                  </a:lnTo>
                  <a:lnTo>
                    <a:pt x="47879" y="47879"/>
                  </a:lnTo>
                  <a:lnTo>
                    <a:pt x="47879" y="0"/>
                  </a:lnTo>
                  <a:close/>
                </a:path>
              </a:pathLst>
            </a:custGeom>
            <a:solidFill>
              <a:srgbClr val="FFFFFF"/>
            </a:solidFill>
          </p:spPr>
        </p:sp>
        <p:sp>
          <p:nvSpPr>
            <p:cNvPr id="36" name="Freeform 36"/>
            <p:cNvSpPr/>
            <p:nvPr/>
          </p:nvSpPr>
          <p:spPr>
            <a:xfrm>
              <a:off x="10541" y="0"/>
              <a:ext cx="48006" cy="47879"/>
            </a:xfrm>
            <a:custGeom>
              <a:avLst/>
              <a:gdLst/>
              <a:ahLst/>
              <a:cxnLst/>
              <a:rect l="l" t="t" r="r" b="b"/>
              <a:pathLst>
                <a:path w="48006" h="47879">
                  <a:moveTo>
                    <a:pt x="48006" y="0"/>
                  </a:moveTo>
                  <a:lnTo>
                    <a:pt x="0" y="0"/>
                  </a:lnTo>
                  <a:lnTo>
                    <a:pt x="0" y="47879"/>
                  </a:lnTo>
                  <a:lnTo>
                    <a:pt x="48006" y="47879"/>
                  </a:lnTo>
                  <a:lnTo>
                    <a:pt x="48006" y="0"/>
                  </a:lnTo>
                  <a:close/>
                </a:path>
              </a:pathLst>
            </a:custGeom>
            <a:solidFill>
              <a:srgbClr val="FFFFFF"/>
            </a:solidFill>
          </p:spPr>
        </p:sp>
      </p:grpSp>
      <p:sp>
        <p:nvSpPr>
          <p:cNvPr id="37" name="Freeform 37"/>
          <p:cNvSpPr/>
          <p:nvPr/>
        </p:nvSpPr>
        <p:spPr>
          <a:xfrm>
            <a:off x="16547635" y="1446897"/>
            <a:ext cx="157062" cy="155217"/>
          </a:xfrm>
          <a:custGeom>
            <a:avLst/>
            <a:gdLst/>
            <a:ahLst/>
            <a:cxnLst/>
            <a:rect l="l" t="t" r="r" b="b"/>
            <a:pathLst>
              <a:path w="157062" h="155217">
                <a:moveTo>
                  <a:pt x="0" y="0"/>
                </a:moveTo>
                <a:lnTo>
                  <a:pt x="157062" y="0"/>
                </a:lnTo>
                <a:lnTo>
                  <a:pt x="157062" y="155217"/>
                </a:lnTo>
                <a:lnTo>
                  <a:pt x="0" y="155217"/>
                </a:lnTo>
                <a:lnTo>
                  <a:pt x="0" y="0"/>
                </a:lnTo>
                <a:close/>
              </a:path>
            </a:pathLst>
          </a:custGeom>
          <a:blipFill>
            <a:blip r:embed="rId23"/>
            <a:stretch>
              <a:fillRect l="-956" r="-956"/>
            </a:stretch>
          </a:blipFill>
        </p:spPr>
      </p:sp>
      <p:sp>
        <p:nvSpPr>
          <p:cNvPr id="39" name="Freeform 39"/>
          <p:cNvSpPr/>
          <p:nvPr/>
        </p:nvSpPr>
        <p:spPr>
          <a:xfrm>
            <a:off x="1397357" y="4058820"/>
            <a:ext cx="5478146" cy="4146550"/>
          </a:xfrm>
          <a:custGeom>
            <a:avLst/>
            <a:gdLst/>
            <a:ahLst/>
            <a:cxnLst/>
            <a:rect l="l" t="t" r="r" b="b"/>
            <a:pathLst>
              <a:path w="7304194" h="5528733">
                <a:moveTo>
                  <a:pt x="0" y="0"/>
                </a:moveTo>
                <a:lnTo>
                  <a:pt x="7304194" y="0"/>
                </a:lnTo>
                <a:lnTo>
                  <a:pt x="7304194" y="5528733"/>
                </a:lnTo>
                <a:lnTo>
                  <a:pt x="0" y="5528733"/>
                </a:lnTo>
                <a:close/>
              </a:path>
            </a:pathLst>
          </a:custGeom>
        </p:spPr>
      </p:sp>
      <p:sp>
        <p:nvSpPr>
          <p:cNvPr id="41" name="Freeform 41"/>
          <p:cNvSpPr/>
          <p:nvPr/>
        </p:nvSpPr>
        <p:spPr>
          <a:xfrm>
            <a:off x="6231838" y="29194"/>
            <a:ext cx="5824323" cy="2051385"/>
          </a:xfrm>
          <a:custGeom>
            <a:avLst/>
            <a:gdLst/>
            <a:ahLst/>
            <a:cxnLst/>
            <a:rect l="l" t="t" r="r" b="b"/>
            <a:pathLst>
              <a:path w="5824323" h="2051385">
                <a:moveTo>
                  <a:pt x="0" y="0"/>
                </a:moveTo>
                <a:lnTo>
                  <a:pt x="5824324" y="0"/>
                </a:lnTo>
                <a:lnTo>
                  <a:pt x="5824324" y="2051384"/>
                </a:lnTo>
                <a:lnTo>
                  <a:pt x="0" y="2051384"/>
                </a:lnTo>
                <a:lnTo>
                  <a:pt x="0" y="0"/>
                </a:lnTo>
                <a:close/>
              </a:path>
            </a:pathLst>
          </a:custGeom>
          <a:blipFill>
            <a:blip r:embed="rId24"/>
            <a:stretch>
              <a:fillRect/>
            </a:stretch>
          </a:blipFill>
        </p:spPr>
      </p:sp>
      <p:sp>
        <p:nvSpPr>
          <p:cNvPr id="42" name="TextBox 41">
            <a:extLst>
              <a:ext uri="{FF2B5EF4-FFF2-40B4-BE49-F238E27FC236}">
                <a16:creationId xmlns:a16="http://schemas.microsoft.com/office/drawing/2014/main" id="{260F0441-F840-A739-4BBE-3D7E9224F843}"/>
              </a:ext>
            </a:extLst>
          </p:cNvPr>
          <p:cNvSpPr txBox="1"/>
          <p:nvPr/>
        </p:nvSpPr>
        <p:spPr>
          <a:xfrm>
            <a:off x="1013461" y="3467100"/>
            <a:ext cx="16308223" cy="5632311"/>
          </a:xfrm>
          <a:prstGeom prst="rect">
            <a:avLst/>
          </a:prstGeom>
          <a:noFill/>
        </p:spPr>
        <p:txBody>
          <a:bodyPr wrap="square" rtlCol="0">
            <a:spAutoFit/>
          </a:bodyPr>
          <a:lstStyle/>
          <a:p>
            <a:r>
              <a:rPr lang="en-US" sz="3600" dirty="0">
                <a:solidFill>
                  <a:schemeClr val="bg1"/>
                </a:solidFill>
              </a:rPr>
              <a:t>TEAM NAME:		 	ILC</a:t>
            </a:r>
            <a:br>
              <a:rPr lang="en-US" sz="3600" dirty="0">
                <a:solidFill>
                  <a:schemeClr val="bg1"/>
                </a:solidFill>
              </a:rPr>
            </a:br>
            <a:br>
              <a:rPr lang="en-US" sz="3600" dirty="0">
                <a:solidFill>
                  <a:schemeClr val="bg1"/>
                </a:solidFill>
              </a:rPr>
            </a:br>
            <a:r>
              <a:rPr lang="en-US" sz="3600" dirty="0">
                <a:solidFill>
                  <a:schemeClr val="bg1"/>
                </a:solidFill>
              </a:rPr>
              <a:t>COLLEGE NAME :	 	Panimalar Engineering College</a:t>
            </a:r>
            <a:br>
              <a:rPr lang="en-US" sz="3600" dirty="0">
                <a:solidFill>
                  <a:schemeClr val="bg1"/>
                </a:solidFill>
              </a:rPr>
            </a:br>
            <a:br>
              <a:rPr lang="en-US" sz="3600" dirty="0">
                <a:solidFill>
                  <a:schemeClr val="bg1"/>
                </a:solidFill>
              </a:rPr>
            </a:br>
            <a:r>
              <a:rPr lang="en-US" sz="3600" dirty="0">
                <a:solidFill>
                  <a:schemeClr val="bg1"/>
                </a:solidFill>
              </a:rPr>
              <a:t>PROBLEM STATEMENT:	Industries emit large amounts of carbon dioxide every year, 					contributing to climate </a:t>
            </a:r>
            <a:r>
              <a:rPr lang="en-US" sz="3600" dirty="0" err="1">
                <a:solidFill>
                  <a:schemeClr val="bg1"/>
                </a:solidFill>
              </a:rPr>
              <a:t>change.Although</a:t>
            </a:r>
            <a:r>
              <a:rPr lang="en-US" sz="3600" dirty="0">
                <a:solidFill>
                  <a:schemeClr val="bg1"/>
                </a:solidFill>
              </a:rPr>
              <a:t> companies plant 						trees to offset emissions, there is no reliable system to track 					whether the planted trees actually absorb enough carbon to 					balance the emissions.</a:t>
            </a:r>
          </a:p>
          <a:p>
            <a:endParaRPr lang="en-IN" sz="3600" dirty="0">
              <a:solidFill>
                <a:schemeClr val="bg1"/>
              </a:solidFill>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2"/>
            <a:stretch>
              <a:fillRect t="-128765" r="-84"/>
            </a:stretch>
          </a:blipFill>
        </p:spPr>
      </p:sp>
      <p:sp>
        <p:nvSpPr>
          <p:cNvPr id="3" name="Freeform 3"/>
          <p:cNvSpPr/>
          <p:nvPr/>
        </p:nvSpPr>
        <p:spPr>
          <a:xfrm>
            <a:off x="1028700" y="9013461"/>
            <a:ext cx="1847849" cy="962024"/>
          </a:xfrm>
          <a:custGeom>
            <a:avLst/>
            <a:gdLst/>
            <a:ahLst/>
            <a:cxnLst/>
            <a:rect l="l" t="t" r="r" b="b"/>
            <a:pathLst>
              <a:path w="1847849" h="962024">
                <a:moveTo>
                  <a:pt x="0" y="0"/>
                </a:moveTo>
                <a:lnTo>
                  <a:pt x="1847849" y="0"/>
                </a:lnTo>
                <a:lnTo>
                  <a:pt x="1847849" y="962024"/>
                </a:lnTo>
                <a:lnTo>
                  <a:pt x="0" y="962024"/>
                </a:lnTo>
                <a:lnTo>
                  <a:pt x="0" y="0"/>
                </a:lnTo>
                <a:close/>
              </a:path>
            </a:pathLst>
          </a:custGeom>
          <a:blipFill>
            <a:blip r:embed="rId3"/>
            <a:stretch>
              <a:fillRect t="-107" b="-107"/>
            </a:stretch>
          </a:blipFill>
        </p:spPr>
      </p:sp>
      <p:grpSp>
        <p:nvGrpSpPr>
          <p:cNvPr id="4" name="Group 4"/>
          <p:cNvGrpSpPr/>
          <p:nvPr/>
        </p:nvGrpSpPr>
        <p:grpSpPr>
          <a:xfrm>
            <a:off x="16423285" y="1390609"/>
            <a:ext cx="275590" cy="78740"/>
            <a:chOff x="0" y="0"/>
            <a:chExt cx="367453" cy="104987"/>
          </a:xfrm>
        </p:grpSpPr>
        <p:sp>
          <p:nvSpPr>
            <p:cNvPr id="5" name="Freeform 5"/>
            <p:cNvSpPr/>
            <p:nvPr/>
          </p:nvSpPr>
          <p:spPr>
            <a:xfrm>
              <a:off x="0" y="0"/>
              <a:ext cx="366776" cy="104394"/>
            </a:xfrm>
            <a:custGeom>
              <a:avLst/>
              <a:gdLst/>
              <a:ahLst/>
              <a:cxnLst/>
              <a:rect l="l" t="t" r="r" b="b"/>
              <a:pathLst>
                <a:path w="366776" h="104394">
                  <a:moveTo>
                    <a:pt x="112522" y="104267"/>
                  </a:moveTo>
                  <a:lnTo>
                    <a:pt x="48895" y="101346"/>
                  </a:lnTo>
                  <a:lnTo>
                    <a:pt x="11938" y="94234"/>
                  </a:lnTo>
                  <a:lnTo>
                    <a:pt x="0" y="90297"/>
                  </a:lnTo>
                  <a:lnTo>
                    <a:pt x="15748" y="77851"/>
                  </a:lnTo>
                  <a:lnTo>
                    <a:pt x="57277" y="49911"/>
                  </a:lnTo>
                  <a:lnTo>
                    <a:pt x="115824" y="20447"/>
                  </a:lnTo>
                  <a:lnTo>
                    <a:pt x="182880" y="3556"/>
                  </a:lnTo>
                  <a:lnTo>
                    <a:pt x="250063" y="0"/>
                  </a:lnTo>
                  <a:lnTo>
                    <a:pt x="308991" y="0"/>
                  </a:lnTo>
                  <a:lnTo>
                    <a:pt x="350774" y="1524"/>
                  </a:lnTo>
                  <a:lnTo>
                    <a:pt x="366776" y="2540"/>
                  </a:lnTo>
                  <a:lnTo>
                    <a:pt x="361315" y="14097"/>
                  </a:lnTo>
                  <a:lnTo>
                    <a:pt x="338836" y="41148"/>
                  </a:lnTo>
                  <a:lnTo>
                    <a:pt x="289560" y="72136"/>
                  </a:lnTo>
                  <a:lnTo>
                    <a:pt x="204343" y="96012"/>
                  </a:lnTo>
                  <a:lnTo>
                    <a:pt x="112522" y="104394"/>
                  </a:lnTo>
                  <a:close/>
                </a:path>
              </a:pathLst>
            </a:custGeom>
            <a:solidFill>
              <a:srgbClr val="FFFFFF"/>
            </a:solidFill>
          </p:spPr>
        </p:sp>
      </p:grpSp>
      <p:sp>
        <p:nvSpPr>
          <p:cNvPr id="6" name="Freeform 6"/>
          <p:cNvSpPr/>
          <p:nvPr/>
        </p:nvSpPr>
        <p:spPr>
          <a:xfrm>
            <a:off x="16469713" y="1223585"/>
            <a:ext cx="228624" cy="168915"/>
          </a:xfrm>
          <a:custGeom>
            <a:avLst/>
            <a:gdLst/>
            <a:ahLst/>
            <a:cxnLst/>
            <a:rect l="l" t="t" r="r" b="b"/>
            <a:pathLst>
              <a:path w="228624" h="168915">
                <a:moveTo>
                  <a:pt x="0" y="0"/>
                </a:moveTo>
                <a:lnTo>
                  <a:pt x="228624" y="0"/>
                </a:lnTo>
                <a:lnTo>
                  <a:pt x="228624" y="168915"/>
                </a:lnTo>
                <a:lnTo>
                  <a:pt x="0" y="168915"/>
                </a:lnTo>
                <a:lnTo>
                  <a:pt x="0" y="0"/>
                </a:lnTo>
                <a:close/>
              </a:path>
            </a:pathLst>
          </a:custGeom>
          <a:blipFill>
            <a:blip r:embed="rId4"/>
            <a:stretch>
              <a:fillRect l="-662" r="-662"/>
            </a:stretch>
          </a:blipFill>
        </p:spPr>
      </p:sp>
      <p:grpSp>
        <p:nvGrpSpPr>
          <p:cNvPr id="7" name="Group 7"/>
          <p:cNvGrpSpPr/>
          <p:nvPr/>
        </p:nvGrpSpPr>
        <p:grpSpPr>
          <a:xfrm>
            <a:off x="16288898" y="1340965"/>
            <a:ext cx="281305" cy="67310"/>
            <a:chOff x="0" y="0"/>
            <a:chExt cx="375073" cy="89747"/>
          </a:xfrm>
        </p:grpSpPr>
        <p:sp>
          <p:nvSpPr>
            <p:cNvPr id="8" name="Freeform 8"/>
            <p:cNvSpPr/>
            <p:nvPr/>
          </p:nvSpPr>
          <p:spPr>
            <a:xfrm>
              <a:off x="0" y="0"/>
              <a:ext cx="374269" cy="89662"/>
            </a:xfrm>
            <a:custGeom>
              <a:avLst/>
              <a:gdLst/>
              <a:ahLst/>
              <a:cxnLst/>
              <a:rect l="l" t="t" r="r" b="b"/>
              <a:pathLst>
                <a:path w="374269" h="89662">
                  <a:moveTo>
                    <a:pt x="199898" y="89662"/>
                  </a:moveTo>
                  <a:lnTo>
                    <a:pt x="119253" y="88265"/>
                  </a:lnTo>
                  <a:lnTo>
                    <a:pt x="56007" y="79883"/>
                  </a:lnTo>
                  <a:lnTo>
                    <a:pt x="14732" y="70485"/>
                  </a:lnTo>
                  <a:lnTo>
                    <a:pt x="0" y="66040"/>
                  </a:lnTo>
                  <a:lnTo>
                    <a:pt x="14224" y="56388"/>
                  </a:lnTo>
                  <a:lnTo>
                    <a:pt x="53848" y="34925"/>
                  </a:lnTo>
                  <a:lnTo>
                    <a:pt x="113919" y="12446"/>
                  </a:lnTo>
                  <a:lnTo>
                    <a:pt x="189992" y="0"/>
                  </a:lnTo>
                  <a:lnTo>
                    <a:pt x="265176" y="1651"/>
                  </a:lnTo>
                  <a:lnTo>
                    <a:pt x="323342" y="10287"/>
                  </a:lnTo>
                  <a:lnTo>
                    <a:pt x="360934" y="19812"/>
                  </a:lnTo>
                  <a:lnTo>
                    <a:pt x="374269" y="24384"/>
                  </a:lnTo>
                  <a:lnTo>
                    <a:pt x="363474" y="33782"/>
                  </a:lnTo>
                  <a:lnTo>
                    <a:pt x="330962" y="54991"/>
                  </a:lnTo>
                  <a:lnTo>
                    <a:pt x="276479" y="77216"/>
                  </a:lnTo>
                  <a:lnTo>
                    <a:pt x="199898" y="89662"/>
                  </a:lnTo>
                  <a:close/>
                </a:path>
              </a:pathLst>
            </a:custGeom>
            <a:solidFill>
              <a:srgbClr val="FFFFFF"/>
            </a:solidFill>
          </p:spPr>
        </p:sp>
      </p:grpSp>
      <p:sp>
        <p:nvSpPr>
          <p:cNvPr id="9" name="Freeform 9"/>
          <p:cNvSpPr/>
          <p:nvPr/>
        </p:nvSpPr>
        <p:spPr>
          <a:xfrm>
            <a:off x="16304772" y="1079767"/>
            <a:ext cx="161462" cy="231707"/>
          </a:xfrm>
          <a:custGeom>
            <a:avLst/>
            <a:gdLst/>
            <a:ahLst/>
            <a:cxnLst/>
            <a:rect l="l" t="t" r="r" b="b"/>
            <a:pathLst>
              <a:path w="161462" h="231707">
                <a:moveTo>
                  <a:pt x="0" y="0"/>
                </a:moveTo>
                <a:lnTo>
                  <a:pt x="161462" y="0"/>
                </a:lnTo>
                <a:lnTo>
                  <a:pt x="161462" y="231707"/>
                </a:lnTo>
                <a:lnTo>
                  <a:pt x="0" y="231707"/>
                </a:lnTo>
                <a:lnTo>
                  <a:pt x="0" y="0"/>
                </a:lnTo>
                <a:close/>
              </a:path>
            </a:pathLst>
          </a:custGeom>
          <a:blipFill>
            <a:blip r:embed="rId5"/>
            <a:stretch>
              <a:fillRect t="-679" b="-679"/>
            </a:stretch>
          </a:blipFill>
        </p:spPr>
      </p:sp>
      <p:grpSp>
        <p:nvGrpSpPr>
          <p:cNvPr id="10" name="Group 10"/>
          <p:cNvGrpSpPr/>
          <p:nvPr/>
        </p:nvGrpSpPr>
        <p:grpSpPr>
          <a:xfrm>
            <a:off x="16144541" y="1251566"/>
            <a:ext cx="280670" cy="76200"/>
            <a:chOff x="0" y="0"/>
            <a:chExt cx="374227" cy="101600"/>
          </a:xfrm>
        </p:grpSpPr>
        <p:sp>
          <p:nvSpPr>
            <p:cNvPr id="11" name="Freeform 11"/>
            <p:cNvSpPr/>
            <p:nvPr/>
          </p:nvSpPr>
          <p:spPr>
            <a:xfrm>
              <a:off x="0" y="0"/>
              <a:ext cx="373507" cy="100965"/>
            </a:xfrm>
            <a:custGeom>
              <a:avLst/>
              <a:gdLst/>
              <a:ahLst/>
              <a:cxnLst/>
              <a:rect l="l" t="t" r="r" b="b"/>
              <a:pathLst>
                <a:path w="373507" h="100965">
                  <a:moveTo>
                    <a:pt x="266192" y="100965"/>
                  </a:moveTo>
                  <a:lnTo>
                    <a:pt x="188849" y="95123"/>
                  </a:lnTo>
                  <a:lnTo>
                    <a:pt x="110744" y="74930"/>
                  </a:lnTo>
                  <a:lnTo>
                    <a:pt x="51308" y="51943"/>
                  </a:lnTo>
                  <a:lnTo>
                    <a:pt x="0" y="25400"/>
                  </a:lnTo>
                  <a:lnTo>
                    <a:pt x="16129" y="19431"/>
                  </a:lnTo>
                  <a:lnTo>
                    <a:pt x="59563" y="7747"/>
                  </a:lnTo>
                  <a:lnTo>
                    <a:pt x="123317" y="0"/>
                  </a:lnTo>
                  <a:lnTo>
                    <a:pt x="200152" y="5715"/>
                  </a:lnTo>
                  <a:lnTo>
                    <a:pt x="272796" y="24892"/>
                  </a:lnTo>
                  <a:lnTo>
                    <a:pt x="327279" y="46863"/>
                  </a:lnTo>
                  <a:lnTo>
                    <a:pt x="361569" y="65024"/>
                  </a:lnTo>
                  <a:lnTo>
                    <a:pt x="373507" y="72517"/>
                  </a:lnTo>
                  <a:lnTo>
                    <a:pt x="360807" y="79121"/>
                  </a:lnTo>
                  <a:lnTo>
                    <a:pt x="324231" y="92075"/>
                  </a:lnTo>
                  <a:lnTo>
                    <a:pt x="266065" y="100965"/>
                  </a:lnTo>
                  <a:close/>
                </a:path>
              </a:pathLst>
            </a:custGeom>
            <a:solidFill>
              <a:srgbClr val="FFFFFF"/>
            </a:solidFill>
          </p:spPr>
        </p:sp>
      </p:grpSp>
      <p:sp>
        <p:nvSpPr>
          <p:cNvPr id="12" name="Freeform 12"/>
          <p:cNvSpPr/>
          <p:nvPr/>
        </p:nvSpPr>
        <p:spPr>
          <a:xfrm>
            <a:off x="16106052" y="1104701"/>
            <a:ext cx="244782" cy="141776"/>
          </a:xfrm>
          <a:custGeom>
            <a:avLst/>
            <a:gdLst/>
            <a:ahLst/>
            <a:cxnLst/>
            <a:rect l="l" t="t" r="r" b="b"/>
            <a:pathLst>
              <a:path w="244782" h="141776">
                <a:moveTo>
                  <a:pt x="0" y="0"/>
                </a:moveTo>
                <a:lnTo>
                  <a:pt x="244782" y="0"/>
                </a:lnTo>
                <a:lnTo>
                  <a:pt x="244782" y="141776"/>
                </a:lnTo>
                <a:lnTo>
                  <a:pt x="0" y="141776"/>
                </a:lnTo>
                <a:lnTo>
                  <a:pt x="0" y="0"/>
                </a:lnTo>
                <a:close/>
              </a:path>
            </a:pathLst>
          </a:custGeom>
          <a:blipFill>
            <a:blip r:embed="rId6"/>
            <a:stretch>
              <a:fillRect t="-780" b="-780"/>
            </a:stretch>
          </a:blipFill>
        </p:spPr>
      </p:sp>
      <p:sp>
        <p:nvSpPr>
          <p:cNvPr id="13" name="Freeform 13"/>
          <p:cNvSpPr/>
          <p:nvPr/>
        </p:nvSpPr>
        <p:spPr>
          <a:xfrm>
            <a:off x="16019856" y="339559"/>
            <a:ext cx="393700" cy="802640"/>
          </a:xfrm>
          <a:custGeom>
            <a:avLst/>
            <a:gdLst/>
            <a:ahLst/>
            <a:cxnLst/>
            <a:rect l="l" t="t" r="r" b="b"/>
            <a:pathLst>
              <a:path w="393700" h="802640">
                <a:moveTo>
                  <a:pt x="0" y="0"/>
                </a:moveTo>
                <a:lnTo>
                  <a:pt x="393700" y="0"/>
                </a:lnTo>
                <a:lnTo>
                  <a:pt x="393700" y="802640"/>
                </a:lnTo>
                <a:lnTo>
                  <a:pt x="0" y="802640"/>
                </a:lnTo>
                <a:lnTo>
                  <a:pt x="0" y="0"/>
                </a:lnTo>
                <a:close/>
              </a:path>
            </a:pathLst>
          </a:custGeom>
          <a:blipFill>
            <a:blip r:embed="rId7">
              <a:extLst>
                <a:ext uri="{96DAC541-7B7A-43D3-8B79-37D633B846F1}">
                  <asvg:svgBlip xmlns:asvg="http://schemas.microsoft.com/office/drawing/2016/SVG/main" r:embed="rId8"/>
                </a:ext>
              </a:extLst>
            </a:blip>
            <a:stretch>
              <a:fillRect/>
            </a:stretch>
          </a:blipFill>
        </p:spPr>
      </p:sp>
      <p:sp>
        <p:nvSpPr>
          <p:cNvPr id="14" name="Freeform 14"/>
          <p:cNvSpPr/>
          <p:nvPr/>
        </p:nvSpPr>
        <p:spPr>
          <a:xfrm>
            <a:off x="16594649" y="1425631"/>
            <a:ext cx="112653" cy="126308"/>
          </a:xfrm>
          <a:custGeom>
            <a:avLst/>
            <a:gdLst/>
            <a:ahLst/>
            <a:cxnLst/>
            <a:rect l="l" t="t" r="r" b="b"/>
            <a:pathLst>
              <a:path w="112653" h="126308">
                <a:moveTo>
                  <a:pt x="0" y="0"/>
                </a:moveTo>
                <a:lnTo>
                  <a:pt x="112653" y="0"/>
                </a:lnTo>
                <a:lnTo>
                  <a:pt x="112653" y="126308"/>
                </a:lnTo>
                <a:lnTo>
                  <a:pt x="0" y="126308"/>
                </a:lnTo>
                <a:lnTo>
                  <a:pt x="0" y="0"/>
                </a:lnTo>
                <a:close/>
              </a:path>
            </a:pathLst>
          </a:custGeom>
          <a:blipFill>
            <a:blip r:embed="rId9"/>
            <a:stretch>
              <a:fillRect t="-168" b="-168"/>
            </a:stretch>
          </a:blipFill>
        </p:spPr>
      </p:sp>
      <p:sp>
        <p:nvSpPr>
          <p:cNvPr id="15" name="Freeform 15"/>
          <p:cNvSpPr/>
          <p:nvPr/>
        </p:nvSpPr>
        <p:spPr>
          <a:xfrm>
            <a:off x="16480534" y="758952"/>
            <a:ext cx="259079" cy="414527"/>
          </a:xfrm>
          <a:custGeom>
            <a:avLst/>
            <a:gdLst/>
            <a:ahLst/>
            <a:cxnLst/>
            <a:rect l="l" t="t" r="r" b="b"/>
            <a:pathLst>
              <a:path w="259079" h="414527">
                <a:moveTo>
                  <a:pt x="0" y="0"/>
                </a:moveTo>
                <a:lnTo>
                  <a:pt x="259079" y="0"/>
                </a:lnTo>
                <a:lnTo>
                  <a:pt x="259079" y="414527"/>
                </a:lnTo>
                <a:lnTo>
                  <a:pt x="0" y="414527"/>
                </a:lnTo>
                <a:lnTo>
                  <a:pt x="0" y="0"/>
                </a:lnTo>
                <a:close/>
              </a:path>
            </a:pathLst>
          </a:custGeom>
          <a:blipFill>
            <a:blip r:embed="rId10"/>
            <a:stretch>
              <a:fillRect/>
            </a:stretch>
          </a:blipFill>
        </p:spPr>
      </p:sp>
      <p:sp>
        <p:nvSpPr>
          <p:cNvPr id="16" name="Freeform 16"/>
          <p:cNvSpPr/>
          <p:nvPr/>
        </p:nvSpPr>
        <p:spPr>
          <a:xfrm>
            <a:off x="16424389" y="792619"/>
            <a:ext cx="151765" cy="323850"/>
          </a:xfrm>
          <a:custGeom>
            <a:avLst/>
            <a:gdLst/>
            <a:ahLst/>
            <a:cxnLst/>
            <a:rect l="l" t="t" r="r" b="b"/>
            <a:pathLst>
              <a:path w="151765" h="323850">
                <a:moveTo>
                  <a:pt x="0" y="0"/>
                </a:moveTo>
                <a:lnTo>
                  <a:pt x="151765" y="0"/>
                </a:lnTo>
                <a:lnTo>
                  <a:pt x="151765" y="323850"/>
                </a:lnTo>
                <a:lnTo>
                  <a:pt x="0" y="323850"/>
                </a:lnTo>
                <a:lnTo>
                  <a:pt x="0" y="0"/>
                </a:lnTo>
                <a:close/>
              </a:path>
            </a:pathLst>
          </a:custGeom>
          <a:blipFill>
            <a:blip r:embed="rId11">
              <a:extLst>
                <a:ext uri="{96DAC541-7B7A-43D3-8B79-37D633B846F1}">
                  <asvg:svgBlip xmlns:asvg="http://schemas.microsoft.com/office/drawing/2016/SVG/main" r:embed="rId12"/>
                </a:ext>
              </a:extLst>
            </a:blip>
            <a:stretch>
              <a:fillRect/>
            </a:stretch>
          </a:blipFill>
        </p:spPr>
      </p:sp>
      <p:sp>
        <p:nvSpPr>
          <p:cNvPr id="17" name="Freeform 17"/>
          <p:cNvSpPr/>
          <p:nvPr/>
        </p:nvSpPr>
        <p:spPr>
          <a:xfrm>
            <a:off x="16669510" y="755904"/>
            <a:ext cx="999743" cy="384047"/>
          </a:xfrm>
          <a:custGeom>
            <a:avLst/>
            <a:gdLst/>
            <a:ahLst/>
            <a:cxnLst/>
            <a:rect l="l" t="t" r="r" b="b"/>
            <a:pathLst>
              <a:path w="999743" h="384047">
                <a:moveTo>
                  <a:pt x="0" y="0"/>
                </a:moveTo>
                <a:lnTo>
                  <a:pt x="999743" y="0"/>
                </a:lnTo>
                <a:lnTo>
                  <a:pt x="999743" y="384047"/>
                </a:lnTo>
                <a:lnTo>
                  <a:pt x="0" y="384047"/>
                </a:lnTo>
                <a:lnTo>
                  <a:pt x="0" y="0"/>
                </a:lnTo>
                <a:close/>
              </a:path>
            </a:pathLst>
          </a:custGeom>
          <a:blipFill>
            <a:blip r:embed="rId13"/>
            <a:stretch>
              <a:fillRect/>
            </a:stretch>
          </a:blipFill>
        </p:spPr>
      </p:sp>
      <p:grpSp>
        <p:nvGrpSpPr>
          <p:cNvPr id="18" name="Group 18"/>
          <p:cNvGrpSpPr/>
          <p:nvPr/>
        </p:nvGrpSpPr>
        <p:grpSpPr>
          <a:xfrm>
            <a:off x="17330812" y="1389182"/>
            <a:ext cx="274955" cy="79375"/>
            <a:chOff x="0" y="0"/>
            <a:chExt cx="366607" cy="105833"/>
          </a:xfrm>
        </p:grpSpPr>
        <p:sp>
          <p:nvSpPr>
            <p:cNvPr id="19" name="Freeform 19"/>
            <p:cNvSpPr/>
            <p:nvPr/>
          </p:nvSpPr>
          <p:spPr>
            <a:xfrm>
              <a:off x="0" y="0"/>
              <a:ext cx="366268" cy="105283"/>
            </a:xfrm>
            <a:custGeom>
              <a:avLst/>
              <a:gdLst/>
              <a:ahLst/>
              <a:cxnLst/>
              <a:rect l="l" t="t" r="r" b="b"/>
              <a:pathLst>
                <a:path w="366268" h="105283">
                  <a:moveTo>
                    <a:pt x="253746" y="105283"/>
                  </a:moveTo>
                  <a:lnTo>
                    <a:pt x="317373" y="102616"/>
                  </a:lnTo>
                  <a:lnTo>
                    <a:pt x="354330" y="95758"/>
                  </a:lnTo>
                  <a:lnTo>
                    <a:pt x="366268" y="91821"/>
                  </a:lnTo>
                  <a:lnTo>
                    <a:pt x="350520" y="79375"/>
                  </a:lnTo>
                  <a:lnTo>
                    <a:pt x="250698" y="21590"/>
                  </a:lnTo>
                  <a:lnTo>
                    <a:pt x="183896" y="4191"/>
                  </a:lnTo>
                  <a:lnTo>
                    <a:pt x="116713" y="254"/>
                  </a:lnTo>
                  <a:lnTo>
                    <a:pt x="57785" y="0"/>
                  </a:lnTo>
                  <a:lnTo>
                    <a:pt x="15875" y="1270"/>
                  </a:lnTo>
                  <a:lnTo>
                    <a:pt x="0" y="2159"/>
                  </a:lnTo>
                  <a:lnTo>
                    <a:pt x="5334" y="13716"/>
                  </a:lnTo>
                  <a:lnTo>
                    <a:pt x="27813" y="40894"/>
                  </a:lnTo>
                  <a:lnTo>
                    <a:pt x="76708" y="72263"/>
                  </a:lnTo>
                  <a:lnTo>
                    <a:pt x="161925" y="96520"/>
                  </a:lnTo>
                  <a:lnTo>
                    <a:pt x="253746" y="105283"/>
                  </a:lnTo>
                  <a:close/>
                </a:path>
              </a:pathLst>
            </a:custGeom>
            <a:solidFill>
              <a:srgbClr val="FFFFFF"/>
            </a:solidFill>
          </p:spPr>
        </p:sp>
      </p:grpSp>
      <p:sp>
        <p:nvSpPr>
          <p:cNvPr id="20" name="Freeform 20"/>
          <p:cNvSpPr/>
          <p:nvPr/>
        </p:nvSpPr>
        <p:spPr>
          <a:xfrm>
            <a:off x="17330812" y="1223064"/>
            <a:ext cx="229460" cy="167778"/>
          </a:xfrm>
          <a:custGeom>
            <a:avLst/>
            <a:gdLst/>
            <a:ahLst/>
            <a:cxnLst/>
            <a:rect l="l" t="t" r="r" b="b"/>
            <a:pathLst>
              <a:path w="229460" h="167778">
                <a:moveTo>
                  <a:pt x="0" y="0"/>
                </a:moveTo>
                <a:lnTo>
                  <a:pt x="229460" y="0"/>
                </a:lnTo>
                <a:lnTo>
                  <a:pt x="229460" y="167778"/>
                </a:lnTo>
                <a:lnTo>
                  <a:pt x="0" y="167778"/>
                </a:lnTo>
                <a:lnTo>
                  <a:pt x="0" y="0"/>
                </a:lnTo>
                <a:close/>
              </a:path>
            </a:pathLst>
          </a:custGeom>
          <a:blipFill>
            <a:blip r:embed="rId14"/>
            <a:stretch>
              <a:fillRect l="-138" r="-138"/>
            </a:stretch>
          </a:blipFill>
        </p:spPr>
      </p:sp>
      <p:grpSp>
        <p:nvGrpSpPr>
          <p:cNvPr id="21" name="Group 21"/>
          <p:cNvGrpSpPr/>
          <p:nvPr/>
        </p:nvGrpSpPr>
        <p:grpSpPr>
          <a:xfrm>
            <a:off x="17459738" y="1340632"/>
            <a:ext cx="280670" cy="67310"/>
            <a:chOff x="0" y="0"/>
            <a:chExt cx="374227" cy="89747"/>
          </a:xfrm>
        </p:grpSpPr>
        <p:sp>
          <p:nvSpPr>
            <p:cNvPr id="22" name="Freeform 22"/>
            <p:cNvSpPr/>
            <p:nvPr/>
          </p:nvSpPr>
          <p:spPr>
            <a:xfrm>
              <a:off x="0" y="0"/>
              <a:ext cx="374015" cy="89535"/>
            </a:xfrm>
            <a:custGeom>
              <a:avLst/>
              <a:gdLst/>
              <a:ahLst/>
              <a:cxnLst/>
              <a:rect l="l" t="t" r="r" b="b"/>
              <a:pathLst>
                <a:path w="374015" h="89535">
                  <a:moveTo>
                    <a:pt x="173990" y="89535"/>
                  </a:moveTo>
                  <a:lnTo>
                    <a:pt x="254635" y="88519"/>
                  </a:lnTo>
                  <a:lnTo>
                    <a:pt x="317881" y="80518"/>
                  </a:lnTo>
                  <a:lnTo>
                    <a:pt x="359156" y="71374"/>
                  </a:lnTo>
                  <a:lnTo>
                    <a:pt x="374015" y="67056"/>
                  </a:lnTo>
                  <a:lnTo>
                    <a:pt x="359791" y="57404"/>
                  </a:lnTo>
                  <a:lnTo>
                    <a:pt x="320421" y="35560"/>
                  </a:lnTo>
                  <a:lnTo>
                    <a:pt x="260350" y="12827"/>
                  </a:lnTo>
                  <a:lnTo>
                    <a:pt x="184277" y="0"/>
                  </a:lnTo>
                  <a:lnTo>
                    <a:pt x="109220" y="1270"/>
                  </a:lnTo>
                  <a:lnTo>
                    <a:pt x="50927" y="9652"/>
                  </a:lnTo>
                  <a:lnTo>
                    <a:pt x="13335" y="19050"/>
                  </a:lnTo>
                  <a:lnTo>
                    <a:pt x="0" y="23495"/>
                  </a:lnTo>
                  <a:lnTo>
                    <a:pt x="10795" y="33020"/>
                  </a:lnTo>
                  <a:lnTo>
                    <a:pt x="43180" y="54229"/>
                  </a:lnTo>
                  <a:lnTo>
                    <a:pt x="97409" y="76708"/>
                  </a:lnTo>
                  <a:lnTo>
                    <a:pt x="173990" y="89535"/>
                  </a:lnTo>
                  <a:close/>
                </a:path>
              </a:pathLst>
            </a:custGeom>
            <a:solidFill>
              <a:srgbClr val="FFFFFF"/>
            </a:solidFill>
          </p:spPr>
        </p:sp>
      </p:grpSp>
      <p:sp>
        <p:nvSpPr>
          <p:cNvPr id="23" name="Freeform 23"/>
          <p:cNvSpPr/>
          <p:nvPr/>
        </p:nvSpPr>
        <p:spPr>
          <a:xfrm>
            <a:off x="17563315" y="1080067"/>
            <a:ext cx="162610" cy="230903"/>
          </a:xfrm>
          <a:custGeom>
            <a:avLst/>
            <a:gdLst/>
            <a:ahLst/>
            <a:cxnLst/>
            <a:rect l="l" t="t" r="r" b="b"/>
            <a:pathLst>
              <a:path w="162610" h="230903">
                <a:moveTo>
                  <a:pt x="0" y="0"/>
                </a:moveTo>
                <a:lnTo>
                  <a:pt x="162610" y="0"/>
                </a:lnTo>
                <a:lnTo>
                  <a:pt x="162610" y="230903"/>
                </a:lnTo>
                <a:lnTo>
                  <a:pt x="0" y="230903"/>
                </a:lnTo>
                <a:lnTo>
                  <a:pt x="0" y="0"/>
                </a:lnTo>
                <a:close/>
              </a:path>
            </a:pathLst>
          </a:custGeom>
          <a:blipFill>
            <a:blip r:embed="rId15"/>
            <a:stretch>
              <a:fillRect l="-290" r="-290"/>
            </a:stretch>
          </a:blipFill>
        </p:spPr>
      </p:sp>
      <p:grpSp>
        <p:nvGrpSpPr>
          <p:cNvPr id="24" name="Group 24"/>
          <p:cNvGrpSpPr/>
          <p:nvPr/>
        </p:nvGrpSpPr>
        <p:grpSpPr>
          <a:xfrm>
            <a:off x="17604850" y="1252199"/>
            <a:ext cx="280670" cy="75565"/>
            <a:chOff x="0" y="0"/>
            <a:chExt cx="374227" cy="100753"/>
          </a:xfrm>
        </p:grpSpPr>
        <p:sp>
          <p:nvSpPr>
            <p:cNvPr id="25" name="Freeform 25"/>
            <p:cNvSpPr/>
            <p:nvPr/>
          </p:nvSpPr>
          <p:spPr>
            <a:xfrm>
              <a:off x="0" y="0"/>
              <a:ext cx="373888" cy="100330"/>
            </a:xfrm>
            <a:custGeom>
              <a:avLst/>
              <a:gdLst/>
              <a:ahLst/>
              <a:cxnLst/>
              <a:rect l="l" t="t" r="r" b="b"/>
              <a:pathLst>
                <a:path w="373888" h="100330">
                  <a:moveTo>
                    <a:pt x="107188" y="100203"/>
                  </a:moveTo>
                  <a:lnTo>
                    <a:pt x="184658" y="94869"/>
                  </a:lnTo>
                  <a:lnTo>
                    <a:pt x="262763" y="75057"/>
                  </a:lnTo>
                  <a:lnTo>
                    <a:pt x="322453" y="52451"/>
                  </a:lnTo>
                  <a:lnTo>
                    <a:pt x="373888" y="26162"/>
                  </a:lnTo>
                  <a:lnTo>
                    <a:pt x="357886" y="20066"/>
                  </a:lnTo>
                  <a:lnTo>
                    <a:pt x="314325" y="8001"/>
                  </a:lnTo>
                  <a:lnTo>
                    <a:pt x="250571" y="0"/>
                  </a:lnTo>
                  <a:lnTo>
                    <a:pt x="173736" y="5334"/>
                  </a:lnTo>
                  <a:lnTo>
                    <a:pt x="100965" y="24130"/>
                  </a:lnTo>
                  <a:lnTo>
                    <a:pt x="46355" y="45847"/>
                  </a:lnTo>
                  <a:lnTo>
                    <a:pt x="11938" y="63754"/>
                  </a:lnTo>
                  <a:lnTo>
                    <a:pt x="0" y="71247"/>
                  </a:lnTo>
                  <a:lnTo>
                    <a:pt x="12700" y="77978"/>
                  </a:lnTo>
                  <a:lnTo>
                    <a:pt x="49149" y="91186"/>
                  </a:lnTo>
                  <a:lnTo>
                    <a:pt x="107188" y="100330"/>
                  </a:lnTo>
                  <a:close/>
                </a:path>
              </a:pathLst>
            </a:custGeom>
            <a:solidFill>
              <a:srgbClr val="FFFFFF"/>
            </a:solidFill>
          </p:spPr>
        </p:sp>
      </p:grpSp>
      <p:sp>
        <p:nvSpPr>
          <p:cNvPr id="26" name="Freeform 26"/>
          <p:cNvSpPr/>
          <p:nvPr/>
        </p:nvSpPr>
        <p:spPr>
          <a:xfrm>
            <a:off x="17679041" y="1105987"/>
            <a:ext cx="245478" cy="140612"/>
          </a:xfrm>
          <a:custGeom>
            <a:avLst/>
            <a:gdLst/>
            <a:ahLst/>
            <a:cxnLst/>
            <a:rect l="l" t="t" r="r" b="b"/>
            <a:pathLst>
              <a:path w="245478" h="140612">
                <a:moveTo>
                  <a:pt x="0" y="0"/>
                </a:moveTo>
                <a:lnTo>
                  <a:pt x="245478" y="0"/>
                </a:lnTo>
                <a:lnTo>
                  <a:pt x="245478" y="140612"/>
                </a:lnTo>
                <a:lnTo>
                  <a:pt x="0" y="140612"/>
                </a:lnTo>
                <a:lnTo>
                  <a:pt x="0" y="0"/>
                </a:lnTo>
                <a:close/>
              </a:path>
            </a:pathLst>
          </a:custGeom>
          <a:blipFill>
            <a:blip r:embed="rId16"/>
            <a:stretch>
              <a:fillRect t="-359" b="-359"/>
            </a:stretch>
          </a:blipFill>
        </p:spPr>
      </p:sp>
      <p:sp>
        <p:nvSpPr>
          <p:cNvPr id="27" name="Freeform 27"/>
          <p:cNvSpPr/>
          <p:nvPr/>
        </p:nvSpPr>
        <p:spPr>
          <a:xfrm>
            <a:off x="17621199" y="339330"/>
            <a:ext cx="390525" cy="803275"/>
          </a:xfrm>
          <a:custGeom>
            <a:avLst/>
            <a:gdLst/>
            <a:ahLst/>
            <a:cxnLst/>
            <a:rect l="l" t="t" r="r" b="b"/>
            <a:pathLst>
              <a:path w="390525" h="803275">
                <a:moveTo>
                  <a:pt x="0" y="0"/>
                </a:moveTo>
                <a:lnTo>
                  <a:pt x="390525" y="0"/>
                </a:lnTo>
                <a:lnTo>
                  <a:pt x="390525" y="803275"/>
                </a:lnTo>
                <a:lnTo>
                  <a:pt x="0" y="803275"/>
                </a:lnTo>
                <a:lnTo>
                  <a:pt x="0" y="0"/>
                </a:lnTo>
                <a:close/>
              </a:path>
            </a:pathLst>
          </a:custGeom>
          <a:blipFill>
            <a:blip r:embed="rId17">
              <a:extLst>
                <a:ext uri="{96DAC541-7B7A-43D3-8B79-37D633B846F1}">
                  <asvg:svgBlip xmlns:asvg="http://schemas.microsoft.com/office/drawing/2016/SVG/main" r:embed="rId18"/>
                </a:ext>
              </a:extLst>
            </a:blip>
            <a:stretch>
              <a:fillRect/>
            </a:stretch>
          </a:blipFill>
        </p:spPr>
      </p:sp>
      <p:sp>
        <p:nvSpPr>
          <p:cNvPr id="28" name="Freeform 28"/>
          <p:cNvSpPr/>
          <p:nvPr/>
        </p:nvSpPr>
        <p:spPr>
          <a:xfrm>
            <a:off x="17321684" y="1423928"/>
            <a:ext cx="112071" cy="126802"/>
          </a:xfrm>
          <a:custGeom>
            <a:avLst/>
            <a:gdLst/>
            <a:ahLst/>
            <a:cxnLst/>
            <a:rect l="l" t="t" r="r" b="b"/>
            <a:pathLst>
              <a:path w="112071" h="126802">
                <a:moveTo>
                  <a:pt x="0" y="0"/>
                </a:moveTo>
                <a:lnTo>
                  <a:pt x="112071" y="0"/>
                </a:lnTo>
                <a:lnTo>
                  <a:pt x="112071" y="126802"/>
                </a:lnTo>
                <a:lnTo>
                  <a:pt x="0" y="126802"/>
                </a:lnTo>
                <a:lnTo>
                  <a:pt x="0" y="0"/>
                </a:lnTo>
                <a:close/>
              </a:path>
            </a:pathLst>
          </a:custGeom>
          <a:blipFill>
            <a:blip r:embed="rId19"/>
            <a:stretch>
              <a:fillRect l="-2220" r="-2220"/>
            </a:stretch>
          </a:blipFill>
        </p:spPr>
      </p:sp>
      <p:grpSp>
        <p:nvGrpSpPr>
          <p:cNvPr id="29" name="Group 29"/>
          <p:cNvGrpSpPr/>
          <p:nvPr/>
        </p:nvGrpSpPr>
        <p:grpSpPr>
          <a:xfrm>
            <a:off x="16474160" y="744181"/>
            <a:ext cx="38100" cy="307340"/>
            <a:chOff x="0" y="0"/>
            <a:chExt cx="50800" cy="409787"/>
          </a:xfrm>
        </p:grpSpPr>
        <p:sp>
          <p:nvSpPr>
            <p:cNvPr id="30" name="Freeform 30"/>
            <p:cNvSpPr/>
            <p:nvPr/>
          </p:nvSpPr>
          <p:spPr>
            <a:xfrm>
              <a:off x="0" y="367665"/>
              <a:ext cx="41529" cy="41529"/>
            </a:xfrm>
            <a:custGeom>
              <a:avLst/>
              <a:gdLst/>
              <a:ahLst/>
              <a:cxnLst/>
              <a:rect l="l" t="t" r="r" b="b"/>
              <a:pathLst>
                <a:path w="41529" h="41529">
                  <a:moveTo>
                    <a:pt x="41529" y="0"/>
                  </a:moveTo>
                  <a:lnTo>
                    <a:pt x="0" y="0"/>
                  </a:lnTo>
                  <a:lnTo>
                    <a:pt x="0" y="41529"/>
                  </a:lnTo>
                  <a:lnTo>
                    <a:pt x="41529" y="41529"/>
                  </a:lnTo>
                  <a:lnTo>
                    <a:pt x="41529" y="0"/>
                  </a:lnTo>
                  <a:close/>
                </a:path>
              </a:pathLst>
            </a:custGeom>
            <a:solidFill>
              <a:srgbClr val="FFFFFF"/>
            </a:solidFill>
          </p:spPr>
        </p:sp>
        <p:sp>
          <p:nvSpPr>
            <p:cNvPr id="31" name="Freeform 31"/>
            <p:cNvSpPr/>
            <p:nvPr/>
          </p:nvSpPr>
          <p:spPr>
            <a:xfrm>
              <a:off x="9144" y="0"/>
              <a:ext cx="41529" cy="41529"/>
            </a:xfrm>
            <a:custGeom>
              <a:avLst/>
              <a:gdLst/>
              <a:ahLst/>
              <a:cxnLst/>
              <a:rect l="l" t="t" r="r" b="b"/>
              <a:pathLst>
                <a:path w="41529" h="41529">
                  <a:moveTo>
                    <a:pt x="41529" y="0"/>
                  </a:moveTo>
                  <a:lnTo>
                    <a:pt x="0" y="0"/>
                  </a:lnTo>
                  <a:lnTo>
                    <a:pt x="0" y="41529"/>
                  </a:lnTo>
                  <a:lnTo>
                    <a:pt x="41529" y="41529"/>
                  </a:lnTo>
                  <a:lnTo>
                    <a:pt x="41529" y="0"/>
                  </a:lnTo>
                  <a:close/>
                </a:path>
              </a:pathLst>
            </a:custGeom>
            <a:solidFill>
              <a:srgbClr val="FFFFFF"/>
            </a:solidFill>
          </p:spPr>
        </p:sp>
      </p:grpSp>
      <p:sp>
        <p:nvSpPr>
          <p:cNvPr id="32" name="Freeform 32"/>
          <p:cNvSpPr/>
          <p:nvPr/>
        </p:nvSpPr>
        <p:spPr>
          <a:xfrm>
            <a:off x="16947701" y="1390593"/>
            <a:ext cx="135917" cy="134319"/>
          </a:xfrm>
          <a:custGeom>
            <a:avLst/>
            <a:gdLst/>
            <a:ahLst/>
            <a:cxnLst/>
            <a:rect l="l" t="t" r="r" b="b"/>
            <a:pathLst>
              <a:path w="135917" h="134319">
                <a:moveTo>
                  <a:pt x="0" y="0"/>
                </a:moveTo>
                <a:lnTo>
                  <a:pt x="135917" y="0"/>
                </a:lnTo>
                <a:lnTo>
                  <a:pt x="135917" y="134319"/>
                </a:lnTo>
                <a:lnTo>
                  <a:pt x="0" y="134319"/>
                </a:lnTo>
                <a:lnTo>
                  <a:pt x="0" y="0"/>
                </a:lnTo>
                <a:close/>
              </a:path>
            </a:pathLst>
          </a:custGeom>
          <a:blipFill>
            <a:blip r:embed="rId20"/>
            <a:stretch>
              <a:fillRect t="-594" b="-594"/>
            </a:stretch>
          </a:blipFill>
        </p:spPr>
      </p:sp>
      <p:grpSp>
        <p:nvGrpSpPr>
          <p:cNvPr id="33" name="Group 33"/>
          <p:cNvGrpSpPr/>
          <p:nvPr/>
        </p:nvGrpSpPr>
        <p:grpSpPr>
          <a:xfrm>
            <a:off x="16209922" y="1570445"/>
            <a:ext cx="1592580" cy="157480"/>
            <a:chOff x="0" y="0"/>
            <a:chExt cx="2123440" cy="209973"/>
          </a:xfrm>
        </p:grpSpPr>
        <p:sp>
          <p:nvSpPr>
            <p:cNvPr id="34" name="Freeform 34"/>
            <p:cNvSpPr/>
            <p:nvPr/>
          </p:nvSpPr>
          <p:spPr>
            <a:xfrm>
              <a:off x="0" y="0"/>
              <a:ext cx="2123440" cy="209973"/>
            </a:xfrm>
            <a:custGeom>
              <a:avLst/>
              <a:gdLst/>
              <a:ahLst/>
              <a:cxnLst/>
              <a:rect l="l" t="t" r="r" b="b"/>
              <a:pathLst>
                <a:path w="2123440" h="209973">
                  <a:moveTo>
                    <a:pt x="0" y="0"/>
                  </a:moveTo>
                  <a:lnTo>
                    <a:pt x="2123440" y="0"/>
                  </a:lnTo>
                  <a:lnTo>
                    <a:pt x="2123440" y="209973"/>
                  </a:lnTo>
                  <a:lnTo>
                    <a:pt x="0" y="209973"/>
                  </a:lnTo>
                  <a:close/>
                </a:path>
              </a:pathLst>
            </a:custGeom>
          </p:spPr>
        </p:sp>
        <p:sp>
          <p:nvSpPr>
            <p:cNvPr id="35" name="TextBox 35"/>
            <p:cNvSpPr txBox="1"/>
            <p:nvPr/>
          </p:nvSpPr>
          <p:spPr>
            <a:xfrm>
              <a:off x="0" y="-9525"/>
              <a:ext cx="2123440" cy="219498"/>
            </a:xfrm>
            <a:prstGeom prst="rect">
              <a:avLst/>
            </a:prstGeom>
          </p:spPr>
          <p:txBody>
            <a:bodyPr lIns="0" tIns="0" rIns="0" bIns="0" rtlCol="0" anchor="t"/>
            <a:lstStyle/>
            <a:p>
              <a:pPr algn="l">
                <a:lnSpc>
                  <a:spcPts val="1019"/>
                </a:lnSpc>
              </a:pPr>
              <a:r>
                <a:rPr lang="en-US" sz="850" b="1" spc="-55">
                  <a:solidFill>
                    <a:srgbClr val="FFFFFF"/>
                  </a:solidFill>
                  <a:latin typeface="Tahoma Bold"/>
                  <a:ea typeface="Tahoma Bold"/>
                  <a:cs typeface="Tahoma Bold"/>
                  <a:sym typeface="Tahoma Bold"/>
                </a:rPr>
                <a:t>Forum Of Data Science Engineers</a:t>
              </a:r>
            </a:p>
          </p:txBody>
        </p:sp>
      </p:grpSp>
      <p:grpSp>
        <p:nvGrpSpPr>
          <p:cNvPr id="36" name="Group 36"/>
          <p:cNvGrpSpPr/>
          <p:nvPr/>
        </p:nvGrpSpPr>
        <p:grpSpPr>
          <a:xfrm>
            <a:off x="1169969" y="469964"/>
            <a:ext cx="11351260" cy="926973"/>
            <a:chOff x="0" y="0"/>
            <a:chExt cx="15135013" cy="1235964"/>
          </a:xfrm>
        </p:grpSpPr>
        <p:sp>
          <p:nvSpPr>
            <p:cNvPr id="37" name="Freeform 37"/>
            <p:cNvSpPr/>
            <p:nvPr/>
          </p:nvSpPr>
          <p:spPr>
            <a:xfrm>
              <a:off x="0" y="0"/>
              <a:ext cx="15135014" cy="1235964"/>
            </a:xfrm>
            <a:custGeom>
              <a:avLst/>
              <a:gdLst/>
              <a:ahLst/>
              <a:cxnLst/>
              <a:rect l="l" t="t" r="r" b="b"/>
              <a:pathLst>
                <a:path w="15135014" h="1235964">
                  <a:moveTo>
                    <a:pt x="0" y="0"/>
                  </a:moveTo>
                  <a:lnTo>
                    <a:pt x="15135014" y="0"/>
                  </a:lnTo>
                  <a:lnTo>
                    <a:pt x="15135014" y="1235964"/>
                  </a:lnTo>
                  <a:lnTo>
                    <a:pt x="0" y="1235964"/>
                  </a:lnTo>
                  <a:close/>
                </a:path>
              </a:pathLst>
            </a:custGeom>
          </p:spPr>
        </p:sp>
        <p:sp>
          <p:nvSpPr>
            <p:cNvPr id="38" name="TextBox 38"/>
            <p:cNvSpPr txBox="1"/>
            <p:nvPr/>
          </p:nvSpPr>
          <p:spPr>
            <a:xfrm>
              <a:off x="0" y="-9525"/>
              <a:ext cx="15135013" cy="1245489"/>
            </a:xfrm>
            <a:prstGeom prst="rect">
              <a:avLst/>
            </a:prstGeom>
          </p:spPr>
          <p:txBody>
            <a:bodyPr lIns="0" tIns="0" rIns="0" bIns="0" rtlCol="0" anchor="t"/>
            <a:lstStyle/>
            <a:p>
              <a:pPr algn="l">
                <a:lnSpc>
                  <a:spcPts val="6120"/>
                </a:lnSpc>
              </a:pPr>
              <a:r>
                <a:rPr lang="en-US" sz="5100" b="1" spc="74" dirty="0">
                  <a:solidFill>
                    <a:srgbClr val="FFFFFF"/>
                  </a:solidFill>
                  <a:latin typeface="Atkinson Hyperlegible Bold"/>
                  <a:ea typeface="Atkinson Hyperlegible Bold"/>
                  <a:cs typeface="Atkinson Hyperlegible Bold"/>
                  <a:sym typeface="Atkinson Hyperlegible Bold"/>
                </a:rPr>
                <a:t>PROBLEM STATEMENT</a:t>
              </a:r>
            </a:p>
          </p:txBody>
        </p:sp>
      </p:grpSp>
      <p:sp>
        <p:nvSpPr>
          <p:cNvPr id="39" name="Freeform 39"/>
          <p:cNvSpPr/>
          <p:nvPr/>
        </p:nvSpPr>
        <p:spPr>
          <a:xfrm>
            <a:off x="13399418" y="8565193"/>
            <a:ext cx="4888580" cy="1721806"/>
          </a:xfrm>
          <a:custGeom>
            <a:avLst/>
            <a:gdLst/>
            <a:ahLst/>
            <a:cxnLst/>
            <a:rect l="l" t="t" r="r" b="b"/>
            <a:pathLst>
              <a:path w="4888580" h="1721806">
                <a:moveTo>
                  <a:pt x="0" y="0"/>
                </a:moveTo>
                <a:lnTo>
                  <a:pt x="4888580" y="0"/>
                </a:lnTo>
                <a:lnTo>
                  <a:pt x="4888580" y="1721806"/>
                </a:lnTo>
                <a:lnTo>
                  <a:pt x="0" y="1721806"/>
                </a:lnTo>
                <a:lnTo>
                  <a:pt x="0" y="0"/>
                </a:lnTo>
                <a:close/>
              </a:path>
            </a:pathLst>
          </a:custGeom>
          <a:blipFill>
            <a:blip r:embed="rId21"/>
            <a:stretch>
              <a:fillRect/>
            </a:stretch>
          </a:blipFill>
        </p:spPr>
      </p:sp>
      <p:sp>
        <p:nvSpPr>
          <p:cNvPr id="40" name="TextBox 39">
            <a:extLst>
              <a:ext uri="{FF2B5EF4-FFF2-40B4-BE49-F238E27FC236}">
                <a16:creationId xmlns:a16="http://schemas.microsoft.com/office/drawing/2014/main" id="{4512DC9E-502F-5735-B5FA-3DD390BD904A}"/>
              </a:ext>
            </a:extLst>
          </p:cNvPr>
          <p:cNvSpPr txBox="1"/>
          <p:nvPr/>
        </p:nvSpPr>
        <p:spPr>
          <a:xfrm>
            <a:off x="1016000" y="1866900"/>
            <a:ext cx="13563600" cy="3970318"/>
          </a:xfrm>
          <a:prstGeom prst="rect">
            <a:avLst/>
          </a:prstGeom>
          <a:noFill/>
        </p:spPr>
        <p:txBody>
          <a:bodyPr wrap="square" rtlCol="0">
            <a:spAutoFit/>
          </a:bodyPr>
          <a:lstStyle/>
          <a:p>
            <a:r>
              <a:rPr lang="en-US" sz="3600" dirty="0">
                <a:solidFill>
                  <a:schemeClr val="bg1"/>
                </a:solidFill>
              </a:rPr>
              <a:t>Industries release large amounts of carbon dioxide into the atmosphere, which contributes significantly to climate change. Although many companies plant trees to offset these emissions, there is currently no reliable system to verify whether the planted trees actually absorb enough carbon to balance the emissions. This lack of monitoring makes it difficult to ensure true carbon neutrality and environmental accountability.</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2"/>
            <a:stretch>
              <a:fillRect t="-128765" r="-84"/>
            </a:stretch>
          </a:blipFill>
        </p:spPr>
      </p:sp>
      <p:sp>
        <p:nvSpPr>
          <p:cNvPr id="3" name="Freeform 3"/>
          <p:cNvSpPr/>
          <p:nvPr/>
        </p:nvSpPr>
        <p:spPr>
          <a:xfrm>
            <a:off x="1028700" y="9013461"/>
            <a:ext cx="1847849" cy="962024"/>
          </a:xfrm>
          <a:custGeom>
            <a:avLst/>
            <a:gdLst/>
            <a:ahLst/>
            <a:cxnLst/>
            <a:rect l="l" t="t" r="r" b="b"/>
            <a:pathLst>
              <a:path w="1847849" h="962024">
                <a:moveTo>
                  <a:pt x="0" y="0"/>
                </a:moveTo>
                <a:lnTo>
                  <a:pt x="1847849" y="0"/>
                </a:lnTo>
                <a:lnTo>
                  <a:pt x="1847849" y="962024"/>
                </a:lnTo>
                <a:lnTo>
                  <a:pt x="0" y="962024"/>
                </a:lnTo>
                <a:lnTo>
                  <a:pt x="0" y="0"/>
                </a:lnTo>
                <a:close/>
              </a:path>
            </a:pathLst>
          </a:custGeom>
          <a:blipFill>
            <a:blip r:embed="rId3"/>
            <a:stretch>
              <a:fillRect t="-107" b="-107"/>
            </a:stretch>
          </a:blipFill>
        </p:spPr>
      </p:sp>
      <p:grpSp>
        <p:nvGrpSpPr>
          <p:cNvPr id="4" name="Group 4"/>
          <p:cNvGrpSpPr/>
          <p:nvPr/>
        </p:nvGrpSpPr>
        <p:grpSpPr>
          <a:xfrm>
            <a:off x="16423285" y="1390609"/>
            <a:ext cx="275590" cy="78740"/>
            <a:chOff x="0" y="0"/>
            <a:chExt cx="367453" cy="104987"/>
          </a:xfrm>
        </p:grpSpPr>
        <p:sp>
          <p:nvSpPr>
            <p:cNvPr id="5" name="Freeform 5"/>
            <p:cNvSpPr/>
            <p:nvPr/>
          </p:nvSpPr>
          <p:spPr>
            <a:xfrm>
              <a:off x="0" y="0"/>
              <a:ext cx="366776" cy="104394"/>
            </a:xfrm>
            <a:custGeom>
              <a:avLst/>
              <a:gdLst/>
              <a:ahLst/>
              <a:cxnLst/>
              <a:rect l="l" t="t" r="r" b="b"/>
              <a:pathLst>
                <a:path w="366776" h="104394">
                  <a:moveTo>
                    <a:pt x="112522" y="104267"/>
                  </a:moveTo>
                  <a:lnTo>
                    <a:pt x="48895" y="101346"/>
                  </a:lnTo>
                  <a:lnTo>
                    <a:pt x="11938" y="94234"/>
                  </a:lnTo>
                  <a:lnTo>
                    <a:pt x="0" y="90297"/>
                  </a:lnTo>
                  <a:lnTo>
                    <a:pt x="15748" y="77851"/>
                  </a:lnTo>
                  <a:lnTo>
                    <a:pt x="57277" y="49911"/>
                  </a:lnTo>
                  <a:lnTo>
                    <a:pt x="115824" y="20447"/>
                  </a:lnTo>
                  <a:lnTo>
                    <a:pt x="182880" y="3556"/>
                  </a:lnTo>
                  <a:lnTo>
                    <a:pt x="250063" y="0"/>
                  </a:lnTo>
                  <a:lnTo>
                    <a:pt x="308991" y="0"/>
                  </a:lnTo>
                  <a:lnTo>
                    <a:pt x="350774" y="1524"/>
                  </a:lnTo>
                  <a:lnTo>
                    <a:pt x="366776" y="2540"/>
                  </a:lnTo>
                  <a:lnTo>
                    <a:pt x="361315" y="14097"/>
                  </a:lnTo>
                  <a:lnTo>
                    <a:pt x="338836" y="41148"/>
                  </a:lnTo>
                  <a:lnTo>
                    <a:pt x="289560" y="72136"/>
                  </a:lnTo>
                  <a:lnTo>
                    <a:pt x="204343" y="96012"/>
                  </a:lnTo>
                  <a:lnTo>
                    <a:pt x="112522" y="104394"/>
                  </a:lnTo>
                  <a:close/>
                </a:path>
              </a:pathLst>
            </a:custGeom>
            <a:solidFill>
              <a:srgbClr val="FFFFFF"/>
            </a:solidFill>
          </p:spPr>
        </p:sp>
      </p:grpSp>
      <p:sp>
        <p:nvSpPr>
          <p:cNvPr id="6" name="Freeform 6"/>
          <p:cNvSpPr/>
          <p:nvPr/>
        </p:nvSpPr>
        <p:spPr>
          <a:xfrm>
            <a:off x="16469713" y="1223585"/>
            <a:ext cx="228624" cy="168915"/>
          </a:xfrm>
          <a:custGeom>
            <a:avLst/>
            <a:gdLst/>
            <a:ahLst/>
            <a:cxnLst/>
            <a:rect l="l" t="t" r="r" b="b"/>
            <a:pathLst>
              <a:path w="228624" h="168915">
                <a:moveTo>
                  <a:pt x="0" y="0"/>
                </a:moveTo>
                <a:lnTo>
                  <a:pt x="228624" y="0"/>
                </a:lnTo>
                <a:lnTo>
                  <a:pt x="228624" y="168915"/>
                </a:lnTo>
                <a:lnTo>
                  <a:pt x="0" y="168915"/>
                </a:lnTo>
                <a:lnTo>
                  <a:pt x="0" y="0"/>
                </a:lnTo>
                <a:close/>
              </a:path>
            </a:pathLst>
          </a:custGeom>
          <a:blipFill>
            <a:blip r:embed="rId4"/>
            <a:stretch>
              <a:fillRect l="-662" r="-662"/>
            </a:stretch>
          </a:blipFill>
        </p:spPr>
      </p:sp>
      <p:grpSp>
        <p:nvGrpSpPr>
          <p:cNvPr id="7" name="Group 7"/>
          <p:cNvGrpSpPr/>
          <p:nvPr/>
        </p:nvGrpSpPr>
        <p:grpSpPr>
          <a:xfrm>
            <a:off x="16288898" y="1340965"/>
            <a:ext cx="281305" cy="67310"/>
            <a:chOff x="0" y="0"/>
            <a:chExt cx="375073" cy="89747"/>
          </a:xfrm>
        </p:grpSpPr>
        <p:sp>
          <p:nvSpPr>
            <p:cNvPr id="8" name="Freeform 8"/>
            <p:cNvSpPr/>
            <p:nvPr/>
          </p:nvSpPr>
          <p:spPr>
            <a:xfrm>
              <a:off x="0" y="0"/>
              <a:ext cx="374269" cy="89662"/>
            </a:xfrm>
            <a:custGeom>
              <a:avLst/>
              <a:gdLst/>
              <a:ahLst/>
              <a:cxnLst/>
              <a:rect l="l" t="t" r="r" b="b"/>
              <a:pathLst>
                <a:path w="374269" h="89662">
                  <a:moveTo>
                    <a:pt x="199898" y="89662"/>
                  </a:moveTo>
                  <a:lnTo>
                    <a:pt x="119253" y="88265"/>
                  </a:lnTo>
                  <a:lnTo>
                    <a:pt x="56007" y="79883"/>
                  </a:lnTo>
                  <a:lnTo>
                    <a:pt x="14732" y="70485"/>
                  </a:lnTo>
                  <a:lnTo>
                    <a:pt x="0" y="66040"/>
                  </a:lnTo>
                  <a:lnTo>
                    <a:pt x="14224" y="56388"/>
                  </a:lnTo>
                  <a:lnTo>
                    <a:pt x="53848" y="34925"/>
                  </a:lnTo>
                  <a:lnTo>
                    <a:pt x="113919" y="12446"/>
                  </a:lnTo>
                  <a:lnTo>
                    <a:pt x="189992" y="0"/>
                  </a:lnTo>
                  <a:lnTo>
                    <a:pt x="265176" y="1651"/>
                  </a:lnTo>
                  <a:lnTo>
                    <a:pt x="323342" y="10287"/>
                  </a:lnTo>
                  <a:lnTo>
                    <a:pt x="360934" y="19812"/>
                  </a:lnTo>
                  <a:lnTo>
                    <a:pt x="374269" y="24384"/>
                  </a:lnTo>
                  <a:lnTo>
                    <a:pt x="363474" y="33782"/>
                  </a:lnTo>
                  <a:lnTo>
                    <a:pt x="330962" y="54991"/>
                  </a:lnTo>
                  <a:lnTo>
                    <a:pt x="276479" y="77216"/>
                  </a:lnTo>
                  <a:lnTo>
                    <a:pt x="199898" y="89662"/>
                  </a:lnTo>
                  <a:close/>
                </a:path>
              </a:pathLst>
            </a:custGeom>
            <a:solidFill>
              <a:srgbClr val="FFFFFF"/>
            </a:solidFill>
          </p:spPr>
        </p:sp>
      </p:grpSp>
      <p:sp>
        <p:nvSpPr>
          <p:cNvPr id="9" name="Freeform 9"/>
          <p:cNvSpPr/>
          <p:nvPr/>
        </p:nvSpPr>
        <p:spPr>
          <a:xfrm>
            <a:off x="16304772" y="1079767"/>
            <a:ext cx="161462" cy="231707"/>
          </a:xfrm>
          <a:custGeom>
            <a:avLst/>
            <a:gdLst/>
            <a:ahLst/>
            <a:cxnLst/>
            <a:rect l="l" t="t" r="r" b="b"/>
            <a:pathLst>
              <a:path w="161462" h="231707">
                <a:moveTo>
                  <a:pt x="0" y="0"/>
                </a:moveTo>
                <a:lnTo>
                  <a:pt x="161462" y="0"/>
                </a:lnTo>
                <a:lnTo>
                  <a:pt x="161462" y="231707"/>
                </a:lnTo>
                <a:lnTo>
                  <a:pt x="0" y="231707"/>
                </a:lnTo>
                <a:lnTo>
                  <a:pt x="0" y="0"/>
                </a:lnTo>
                <a:close/>
              </a:path>
            </a:pathLst>
          </a:custGeom>
          <a:blipFill>
            <a:blip r:embed="rId5"/>
            <a:stretch>
              <a:fillRect t="-679" b="-679"/>
            </a:stretch>
          </a:blipFill>
        </p:spPr>
      </p:sp>
      <p:grpSp>
        <p:nvGrpSpPr>
          <p:cNvPr id="10" name="Group 10"/>
          <p:cNvGrpSpPr/>
          <p:nvPr/>
        </p:nvGrpSpPr>
        <p:grpSpPr>
          <a:xfrm>
            <a:off x="16144541" y="1251566"/>
            <a:ext cx="280670" cy="76200"/>
            <a:chOff x="0" y="0"/>
            <a:chExt cx="374227" cy="101600"/>
          </a:xfrm>
        </p:grpSpPr>
        <p:sp>
          <p:nvSpPr>
            <p:cNvPr id="11" name="Freeform 11"/>
            <p:cNvSpPr/>
            <p:nvPr/>
          </p:nvSpPr>
          <p:spPr>
            <a:xfrm>
              <a:off x="0" y="0"/>
              <a:ext cx="373507" cy="100965"/>
            </a:xfrm>
            <a:custGeom>
              <a:avLst/>
              <a:gdLst/>
              <a:ahLst/>
              <a:cxnLst/>
              <a:rect l="l" t="t" r="r" b="b"/>
              <a:pathLst>
                <a:path w="373507" h="100965">
                  <a:moveTo>
                    <a:pt x="266192" y="100965"/>
                  </a:moveTo>
                  <a:lnTo>
                    <a:pt x="188849" y="95123"/>
                  </a:lnTo>
                  <a:lnTo>
                    <a:pt x="110744" y="74930"/>
                  </a:lnTo>
                  <a:lnTo>
                    <a:pt x="51308" y="51943"/>
                  </a:lnTo>
                  <a:lnTo>
                    <a:pt x="0" y="25400"/>
                  </a:lnTo>
                  <a:lnTo>
                    <a:pt x="16129" y="19431"/>
                  </a:lnTo>
                  <a:lnTo>
                    <a:pt x="59563" y="7747"/>
                  </a:lnTo>
                  <a:lnTo>
                    <a:pt x="123317" y="0"/>
                  </a:lnTo>
                  <a:lnTo>
                    <a:pt x="200152" y="5715"/>
                  </a:lnTo>
                  <a:lnTo>
                    <a:pt x="272796" y="24892"/>
                  </a:lnTo>
                  <a:lnTo>
                    <a:pt x="327279" y="46863"/>
                  </a:lnTo>
                  <a:lnTo>
                    <a:pt x="361569" y="65024"/>
                  </a:lnTo>
                  <a:lnTo>
                    <a:pt x="373507" y="72517"/>
                  </a:lnTo>
                  <a:lnTo>
                    <a:pt x="360807" y="79121"/>
                  </a:lnTo>
                  <a:lnTo>
                    <a:pt x="324231" y="92075"/>
                  </a:lnTo>
                  <a:lnTo>
                    <a:pt x="266065" y="100965"/>
                  </a:lnTo>
                  <a:close/>
                </a:path>
              </a:pathLst>
            </a:custGeom>
            <a:solidFill>
              <a:srgbClr val="FFFFFF"/>
            </a:solidFill>
          </p:spPr>
        </p:sp>
      </p:grpSp>
      <p:sp>
        <p:nvSpPr>
          <p:cNvPr id="12" name="Freeform 12"/>
          <p:cNvSpPr/>
          <p:nvPr/>
        </p:nvSpPr>
        <p:spPr>
          <a:xfrm>
            <a:off x="16106052" y="1104701"/>
            <a:ext cx="244782" cy="141776"/>
          </a:xfrm>
          <a:custGeom>
            <a:avLst/>
            <a:gdLst/>
            <a:ahLst/>
            <a:cxnLst/>
            <a:rect l="l" t="t" r="r" b="b"/>
            <a:pathLst>
              <a:path w="244782" h="141776">
                <a:moveTo>
                  <a:pt x="0" y="0"/>
                </a:moveTo>
                <a:lnTo>
                  <a:pt x="244782" y="0"/>
                </a:lnTo>
                <a:lnTo>
                  <a:pt x="244782" y="141776"/>
                </a:lnTo>
                <a:lnTo>
                  <a:pt x="0" y="141776"/>
                </a:lnTo>
                <a:lnTo>
                  <a:pt x="0" y="0"/>
                </a:lnTo>
                <a:close/>
              </a:path>
            </a:pathLst>
          </a:custGeom>
          <a:blipFill>
            <a:blip r:embed="rId6"/>
            <a:stretch>
              <a:fillRect t="-780" b="-780"/>
            </a:stretch>
          </a:blipFill>
        </p:spPr>
      </p:sp>
      <p:sp>
        <p:nvSpPr>
          <p:cNvPr id="13" name="Freeform 13"/>
          <p:cNvSpPr/>
          <p:nvPr/>
        </p:nvSpPr>
        <p:spPr>
          <a:xfrm>
            <a:off x="16019856" y="339559"/>
            <a:ext cx="393700" cy="802640"/>
          </a:xfrm>
          <a:custGeom>
            <a:avLst/>
            <a:gdLst/>
            <a:ahLst/>
            <a:cxnLst/>
            <a:rect l="l" t="t" r="r" b="b"/>
            <a:pathLst>
              <a:path w="393700" h="802640">
                <a:moveTo>
                  <a:pt x="0" y="0"/>
                </a:moveTo>
                <a:lnTo>
                  <a:pt x="393700" y="0"/>
                </a:lnTo>
                <a:lnTo>
                  <a:pt x="393700" y="802640"/>
                </a:lnTo>
                <a:lnTo>
                  <a:pt x="0" y="802640"/>
                </a:lnTo>
                <a:lnTo>
                  <a:pt x="0" y="0"/>
                </a:lnTo>
                <a:close/>
              </a:path>
            </a:pathLst>
          </a:custGeom>
          <a:blipFill>
            <a:blip r:embed="rId7">
              <a:extLst>
                <a:ext uri="{96DAC541-7B7A-43D3-8B79-37D633B846F1}">
                  <asvg:svgBlip xmlns:asvg="http://schemas.microsoft.com/office/drawing/2016/SVG/main" r:embed="rId8"/>
                </a:ext>
              </a:extLst>
            </a:blip>
            <a:stretch>
              <a:fillRect/>
            </a:stretch>
          </a:blipFill>
        </p:spPr>
      </p:sp>
      <p:sp>
        <p:nvSpPr>
          <p:cNvPr id="14" name="Freeform 14"/>
          <p:cNvSpPr/>
          <p:nvPr/>
        </p:nvSpPr>
        <p:spPr>
          <a:xfrm>
            <a:off x="16594649" y="1425631"/>
            <a:ext cx="112653" cy="126308"/>
          </a:xfrm>
          <a:custGeom>
            <a:avLst/>
            <a:gdLst/>
            <a:ahLst/>
            <a:cxnLst/>
            <a:rect l="l" t="t" r="r" b="b"/>
            <a:pathLst>
              <a:path w="112653" h="126308">
                <a:moveTo>
                  <a:pt x="0" y="0"/>
                </a:moveTo>
                <a:lnTo>
                  <a:pt x="112653" y="0"/>
                </a:lnTo>
                <a:lnTo>
                  <a:pt x="112653" y="126308"/>
                </a:lnTo>
                <a:lnTo>
                  <a:pt x="0" y="126308"/>
                </a:lnTo>
                <a:lnTo>
                  <a:pt x="0" y="0"/>
                </a:lnTo>
                <a:close/>
              </a:path>
            </a:pathLst>
          </a:custGeom>
          <a:blipFill>
            <a:blip r:embed="rId9"/>
            <a:stretch>
              <a:fillRect t="-168" b="-168"/>
            </a:stretch>
          </a:blipFill>
        </p:spPr>
      </p:sp>
      <p:sp>
        <p:nvSpPr>
          <p:cNvPr id="15" name="Freeform 15"/>
          <p:cNvSpPr/>
          <p:nvPr/>
        </p:nvSpPr>
        <p:spPr>
          <a:xfrm>
            <a:off x="16480534" y="758952"/>
            <a:ext cx="259079" cy="414527"/>
          </a:xfrm>
          <a:custGeom>
            <a:avLst/>
            <a:gdLst/>
            <a:ahLst/>
            <a:cxnLst/>
            <a:rect l="l" t="t" r="r" b="b"/>
            <a:pathLst>
              <a:path w="259079" h="414527">
                <a:moveTo>
                  <a:pt x="0" y="0"/>
                </a:moveTo>
                <a:lnTo>
                  <a:pt x="259079" y="0"/>
                </a:lnTo>
                <a:lnTo>
                  <a:pt x="259079" y="414527"/>
                </a:lnTo>
                <a:lnTo>
                  <a:pt x="0" y="414527"/>
                </a:lnTo>
                <a:lnTo>
                  <a:pt x="0" y="0"/>
                </a:lnTo>
                <a:close/>
              </a:path>
            </a:pathLst>
          </a:custGeom>
          <a:blipFill>
            <a:blip r:embed="rId10"/>
            <a:stretch>
              <a:fillRect/>
            </a:stretch>
          </a:blipFill>
        </p:spPr>
      </p:sp>
      <p:sp>
        <p:nvSpPr>
          <p:cNvPr id="16" name="Freeform 16"/>
          <p:cNvSpPr/>
          <p:nvPr/>
        </p:nvSpPr>
        <p:spPr>
          <a:xfrm>
            <a:off x="16424389" y="792619"/>
            <a:ext cx="151765" cy="323850"/>
          </a:xfrm>
          <a:custGeom>
            <a:avLst/>
            <a:gdLst/>
            <a:ahLst/>
            <a:cxnLst/>
            <a:rect l="l" t="t" r="r" b="b"/>
            <a:pathLst>
              <a:path w="151765" h="323850">
                <a:moveTo>
                  <a:pt x="0" y="0"/>
                </a:moveTo>
                <a:lnTo>
                  <a:pt x="151765" y="0"/>
                </a:lnTo>
                <a:lnTo>
                  <a:pt x="151765" y="323850"/>
                </a:lnTo>
                <a:lnTo>
                  <a:pt x="0" y="323850"/>
                </a:lnTo>
                <a:lnTo>
                  <a:pt x="0" y="0"/>
                </a:lnTo>
                <a:close/>
              </a:path>
            </a:pathLst>
          </a:custGeom>
          <a:blipFill>
            <a:blip r:embed="rId11">
              <a:extLst>
                <a:ext uri="{96DAC541-7B7A-43D3-8B79-37D633B846F1}">
                  <asvg:svgBlip xmlns:asvg="http://schemas.microsoft.com/office/drawing/2016/SVG/main" r:embed="rId12"/>
                </a:ext>
              </a:extLst>
            </a:blip>
            <a:stretch>
              <a:fillRect/>
            </a:stretch>
          </a:blipFill>
        </p:spPr>
      </p:sp>
      <p:sp>
        <p:nvSpPr>
          <p:cNvPr id="17" name="Freeform 17"/>
          <p:cNvSpPr/>
          <p:nvPr/>
        </p:nvSpPr>
        <p:spPr>
          <a:xfrm>
            <a:off x="16669510" y="755904"/>
            <a:ext cx="999743" cy="384047"/>
          </a:xfrm>
          <a:custGeom>
            <a:avLst/>
            <a:gdLst/>
            <a:ahLst/>
            <a:cxnLst/>
            <a:rect l="l" t="t" r="r" b="b"/>
            <a:pathLst>
              <a:path w="999743" h="384047">
                <a:moveTo>
                  <a:pt x="0" y="0"/>
                </a:moveTo>
                <a:lnTo>
                  <a:pt x="999743" y="0"/>
                </a:lnTo>
                <a:lnTo>
                  <a:pt x="999743" y="384047"/>
                </a:lnTo>
                <a:lnTo>
                  <a:pt x="0" y="384047"/>
                </a:lnTo>
                <a:lnTo>
                  <a:pt x="0" y="0"/>
                </a:lnTo>
                <a:close/>
              </a:path>
            </a:pathLst>
          </a:custGeom>
          <a:blipFill>
            <a:blip r:embed="rId13"/>
            <a:stretch>
              <a:fillRect/>
            </a:stretch>
          </a:blipFill>
        </p:spPr>
      </p:sp>
      <p:grpSp>
        <p:nvGrpSpPr>
          <p:cNvPr id="18" name="Group 18"/>
          <p:cNvGrpSpPr/>
          <p:nvPr/>
        </p:nvGrpSpPr>
        <p:grpSpPr>
          <a:xfrm>
            <a:off x="17330812" y="1389182"/>
            <a:ext cx="274955" cy="79375"/>
            <a:chOff x="0" y="0"/>
            <a:chExt cx="366607" cy="105833"/>
          </a:xfrm>
        </p:grpSpPr>
        <p:sp>
          <p:nvSpPr>
            <p:cNvPr id="19" name="Freeform 19"/>
            <p:cNvSpPr/>
            <p:nvPr/>
          </p:nvSpPr>
          <p:spPr>
            <a:xfrm>
              <a:off x="0" y="0"/>
              <a:ext cx="366268" cy="105283"/>
            </a:xfrm>
            <a:custGeom>
              <a:avLst/>
              <a:gdLst/>
              <a:ahLst/>
              <a:cxnLst/>
              <a:rect l="l" t="t" r="r" b="b"/>
              <a:pathLst>
                <a:path w="366268" h="105283">
                  <a:moveTo>
                    <a:pt x="253746" y="105283"/>
                  </a:moveTo>
                  <a:lnTo>
                    <a:pt x="317373" y="102616"/>
                  </a:lnTo>
                  <a:lnTo>
                    <a:pt x="354330" y="95758"/>
                  </a:lnTo>
                  <a:lnTo>
                    <a:pt x="366268" y="91821"/>
                  </a:lnTo>
                  <a:lnTo>
                    <a:pt x="350520" y="79375"/>
                  </a:lnTo>
                  <a:lnTo>
                    <a:pt x="250698" y="21590"/>
                  </a:lnTo>
                  <a:lnTo>
                    <a:pt x="183896" y="4191"/>
                  </a:lnTo>
                  <a:lnTo>
                    <a:pt x="116713" y="254"/>
                  </a:lnTo>
                  <a:lnTo>
                    <a:pt x="57785" y="0"/>
                  </a:lnTo>
                  <a:lnTo>
                    <a:pt x="15875" y="1270"/>
                  </a:lnTo>
                  <a:lnTo>
                    <a:pt x="0" y="2159"/>
                  </a:lnTo>
                  <a:lnTo>
                    <a:pt x="5334" y="13716"/>
                  </a:lnTo>
                  <a:lnTo>
                    <a:pt x="27813" y="40894"/>
                  </a:lnTo>
                  <a:lnTo>
                    <a:pt x="76708" y="72263"/>
                  </a:lnTo>
                  <a:lnTo>
                    <a:pt x="161925" y="96520"/>
                  </a:lnTo>
                  <a:lnTo>
                    <a:pt x="253746" y="105283"/>
                  </a:lnTo>
                  <a:close/>
                </a:path>
              </a:pathLst>
            </a:custGeom>
            <a:solidFill>
              <a:srgbClr val="FFFFFF"/>
            </a:solidFill>
          </p:spPr>
        </p:sp>
      </p:grpSp>
      <p:sp>
        <p:nvSpPr>
          <p:cNvPr id="20" name="Freeform 20"/>
          <p:cNvSpPr/>
          <p:nvPr/>
        </p:nvSpPr>
        <p:spPr>
          <a:xfrm>
            <a:off x="17330812" y="1223064"/>
            <a:ext cx="229460" cy="167778"/>
          </a:xfrm>
          <a:custGeom>
            <a:avLst/>
            <a:gdLst/>
            <a:ahLst/>
            <a:cxnLst/>
            <a:rect l="l" t="t" r="r" b="b"/>
            <a:pathLst>
              <a:path w="229460" h="167778">
                <a:moveTo>
                  <a:pt x="0" y="0"/>
                </a:moveTo>
                <a:lnTo>
                  <a:pt x="229460" y="0"/>
                </a:lnTo>
                <a:lnTo>
                  <a:pt x="229460" y="167778"/>
                </a:lnTo>
                <a:lnTo>
                  <a:pt x="0" y="167778"/>
                </a:lnTo>
                <a:lnTo>
                  <a:pt x="0" y="0"/>
                </a:lnTo>
                <a:close/>
              </a:path>
            </a:pathLst>
          </a:custGeom>
          <a:blipFill>
            <a:blip r:embed="rId14"/>
            <a:stretch>
              <a:fillRect l="-138" r="-138"/>
            </a:stretch>
          </a:blipFill>
        </p:spPr>
      </p:sp>
      <p:grpSp>
        <p:nvGrpSpPr>
          <p:cNvPr id="21" name="Group 21"/>
          <p:cNvGrpSpPr/>
          <p:nvPr/>
        </p:nvGrpSpPr>
        <p:grpSpPr>
          <a:xfrm>
            <a:off x="17459738" y="1340632"/>
            <a:ext cx="280670" cy="67310"/>
            <a:chOff x="0" y="0"/>
            <a:chExt cx="374227" cy="89747"/>
          </a:xfrm>
        </p:grpSpPr>
        <p:sp>
          <p:nvSpPr>
            <p:cNvPr id="22" name="Freeform 22"/>
            <p:cNvSpPr/>
            <p:nvPr/>
          </p:nvSpPr>
          <p:spPr>
            <a:xfrm>
              <a:off x="0" y="0"/>
              <a:ext cx="374015" cy="89535"/>
            </a:xfrm>
            <a:custGeom>
              <a:avLst/>
              <a:gdLst/>
              <a:ahLst/>
              <a:cxnLst/>
              <a:rect l="l" t="t" r="r" b="b"/>
              <a:pathLst>
                <a:path w="374015" h="89535">
                  <a:moveTo>
                    <a:pt x="173990" y="89535"/>
                  </a:moveTo>
                  <a:lnTo>
                    <a:pt x="254635" y="88519"/>
                  </a:lnTo>
                  <a:lnTo>
                    <a:pt x="317881" y="80518"/>
                  </a:lnTo>
                  <a:lnTo>
                    <a:pt x="359156" y="71374"/>
                  </a:lnTo>
                  <a:lnTo>
                    <a:pt x="374015" y="67056"/>
                  </a:lnTo>
                  <a:lnTo>
                    <a:pt x="359791" y="57404"/>
                  </a:lnTo>
                  <a:lnTo>
                    <a:pt x="320421" y="35560"/>
                  </a:lnTo>
                  <a:lnTo>
                    <a:pt x="260350" y="12827"/>
                  </a:lnTo>
                  <a:lnTo>
                    <a:pt x="184277" y="0"/>
                  </a:lnTo>
                  <a:lnTo>
                    <a:pt x="109220" y="1270"/>
                  </a:lnTo>
                  <a:lnTo>
                    <a:pt x="50927" y="9652"/>
                  </a:lnTo>
                  <a:lnTo>
                    <a:pt x="13335" y="19050"/>
                  </a:lnTo>
                  <a:lnTo>
                    <a:pt x="0" y="23495"/>
                  </a:lnTo>
                  <a:lnTo>
                    <a:pt x="10795" y="33020"/>
                  </a:lnTo>
                  <a:lnTo>
                    <a:pt x="43180" y="54229"/>
                  </a:lnTo>
                  <a:lnTo>
                    <a:pt x="97409" y="76708"/>
                  </a:lnTo>
                  <a:lnTo>
                    <a:pt x="173990" y="89535"/>
                  </a:lnTo>
                  <a:close/>
                </a:path>
              </a:pathLst>
            </a:custGeom>
            <a:solidFill>
              <a:srgbClr val="FFFFFF"/>
            </a:solidFill>
          </p:spPr>
        </p:sp>
      </p:grpSp>
      <p:sp>
        <p:nvSpPr>
          <p:cNvPr id="23" name="Freeform 23"/>
          <p:cNvSpPr/>
          <p:nvPr/>
        </p:nvSpPr>
        <p:spPr>
          <a:xfrm>
            <a:off x="17563315" y="1080067"/>
            <a:ext cx="162610" cy="230903"/>
          </a:xfrm>
          <a:custGeom>
            <a:avLst/>
            <a:gdLst/>
            <a:ahLst/>
            <a:cxnLst/>
            <a:rect l="l" t="t" r="r" b="b"/>
            <a:pathLst>
              <a:path w="162610" h="230903">
                <a:moveTo>
                  <a:pt x="0" y="0"/>
                </a:moveTo>
                <a:lnTo>
                  <a:pt x="162610" y="0"/>
                </a:lnTo>
                <a:lnTo>
                  <a:pt x="162610" y="230903"/>
                </a:lnTo>
                <a:lnTo>
                  <a:pt x="0" y="230903"/>
                </a:lnTo>
                <a:lnTo>
                  <a:pt x="0" y="0"/>
                </a:lnTo>
                <a:close/>
              </a:path>
            </a:pathLst>
          </a:custGeom>
          <a:blipFill>
            <a:blip r:embed="rId15"/>
            <a:stretch>
              <a:fillRect l="-290" r="-290"/>
            </a:stretch>
          </a:blipFill>
        </p:spPr>
      </p:sp>
      <p:grpSp>
        <p:nvGrpSpPr>
          <p:cNvPr id="24" name="Group 24"/>
          <p:cNvGrpSpPr/>
          <p:nvPr/>
        </p:nvGrpSpPr>
        <p:grpSpPr>
          <a:xfrm>
            <a:off x="17604850" y="1252199"/>
            <a:ext cx="280670" cy="75565"/>
            <a:chOff x="0" y="0"/>
            <a:chExt cx="374227" cy="100753"/>
          </a:xfrm>
        </p:grpSpPr>
        <p:sp>
          <p:nvSpPr>
            <p:cNvPr id="25" name="Freeform 25"/>
            <p:cNvSpPr/>
            <p:nvPr/>
          </p:nvSpPr>
          <p:spPr>
            <a:xfrm>
              <a:off x="0" y="0"/>
              <a:ext cx="373888" cy="100330"/>
            </a:xfrm>
            <a:custGeom>
              <a:avLst/>
              <a:gdLst/>
              <a:ahLst/>
              <a:cxnLst/>
              <a:rect l="l" t="t" r="r" b="b"/>
              <a:pathLst>
                <a:path w="373888" h="100330">
                  <a:moveTo>
                    <a:pt x="107188" y="100203"/>
                  </a:moveTo>
                  <a:lnTo>
                    <a:pt x="184658" y="94869"/>
                  </a:lnTo>
                  <a:lnTo>
                    <a:pt x="262763" y="75057"/>
                  </a:lnTo>
                  <a:lnTo>
                    <a:pt x="322453" y="52451"/>
                  </a:lnTo>
                  <a:lnTo>
                    <a:pt x="373888" y="26162"/>
                  </a:lnTo>
                  <a:lnTo>
                    <a:pt x="357886" y="20066"/>
                  </a:lnTo>
                  <a:lnTo>
                    <a:pt x="314325" y="8001"/>
                  </a:lnTo>
                  <a:lnTo>
                    <a:pt x="250571" y="0"/>
                  </a:lnTo>
                  <a:lnTo>
                    <a:pt x="173736" y="5334"/>
                  </a:lnTo>
                  <a:lnTo>
                    <a:pt x="100965" y="24130"/>
                  </a:lnTo>
                  <a:lnTo>
                    <a:pt x="46355" y="45847"/>
                  </a:lnTo>
                  <a:lnTo>
                    <a:pt x="11938" y="63754"/>
                  </a:lnTo>
                  <a:lnTo>
                    <a:pt x="0" y="71247"/>
                  </a:lnTo>
                  <a:lnTo>
                    <a:pt x="12700" y="77978"/>
                  </a:lnTo>
                  <a:lnTo>
                    <a:pt x="49149" y="91186"/>
                  </a:lnTo>
                  <a:lnTo>
                    <a:pt x="107188" y="100330"/>
                  </a:lnTo>
                  <a:close/>
                </a:path>
              </a:pathLst>
            </a:custGeom>
            <a:solidFill>
              <a:srgbClr val="FFFFFF"/>
            </a:solidFill>
          </p:spPr>
        </p:sp>
      </p:grpSp>
      <p:sp>
        <p:nvSpPr>
          <p:cNvPr id="26" name="Freeform 26"/>
          <p:cNvSpPr/>
          <p:nvPr/>
        </p:nvSpPr>
        <p:spPr>
          <a:xfrm>
            <a:off x="17679041" y="1105987"/>
            <a:ext cx="245478" cy="140612"/>
          </a:xfrm>
          <a:custGeom>
            <a:avLst/>
            <a:gdLst/>
            <a:ahLst/>
            <a:cxnLst/>
            <a:rect l="l" t="t" r="r" b="b"/>
            <a:pathLst>
              <a:path w="245478" h="140612">
                <a:moveTo>
                  <a:pt x="0" y="0"/>
                </a:moveTo>
                <a:lnTo>
                  <a:pt x="245478" y="0"/>
                </a:lnTo>
                <a:lnTo>
                  <a:pt x="245478" y="140612"/>
                </a:lnTo>
                <a:lnTo>
                  <a:pt x="0" y="140612"/>
                </a:lnTo>
                <a:lnTo>
                  <a:pt x="0" y="0"/>
                </a:lnTo>
                <a:close/>
              </a:path>
            </a:pathLst>
          </a:custGeom>
          <a:blipFill>
            <a:blip r:embed="rId16"/>
            <a:stretch>
              <a:fillRect t="-359" b="-359"/>
            </a:stretch>
          </a:blipFill>
        </p:spPr>
      </p:sp>
      <p:sp>
        <p:nvSpPr>
          <p:cNvPr id="27" name="Freeform 27"/>
          <p:cNvSpPr/>
          <p:nvPr/>
        </p:nvSpPr>
        <p:spPr>
          <a:xfrm>
            <a:off x="17621199" y="339330"/>
            <a:ext cx="390525" cy="803275"/>
          </a:xfrm>
          <a:custGeom>
            <a:avLst/>
            <a:gdLst/>
            <a:ahLst/>
            <a:cxnLst/>
            <a:rect l="l" t="t" r="r" b="b"/>
            <a:pathLst>
              <a:path w="390525" h="803275">
                <a:moveTo>
                  <a:pt x="0" y="0"/>
                </a:moveTo>
                <a:lnTo>
                  <a:pt x="390525" y="0"/>
                </a:lnTo>
                <a:lnTo>
                  <a:pt x="390525" y="803275"/>
                </a:lnTo>
                <a:lnTo>
                  <a:pt x="0" y="803275"/>
                </a:lnTo>
                <a:lnTo>
                  <a:pt x="0" y="0"/>
                </a:lnTo>
                <a:close/>
              </a:path>
            </a:pathLst>
          </a:custGeom>
          <a:blipFill>
            <a:blip r:embed="rId17">
              <a:extLst>
                <a:ext uri="{96DAC541-7B7A-43D3-8B79-37D633B846F1}">
                  <asvg:svgBlip xmlns:asvg="http://schemas.microsoft.com/office/drawing/2016/SVG/main" r:embed="rId18"/>
                </a:ext>
              </a:extLst>
            </a:blip>
            <a:stretch>
              <a:fillRect/>
            </a:stretch>
          </a:blipFill>
        </p:spPr>
      </p:sp>
      <p:sp>
        <p:nvSpPr>
          <p:cNvPr id="28" name="Freeform 28"/>
          <p:cNvSpPr/>
          <p:nvPr/>
        </p:nvSpPr>
        <p:spPr>
          <a:xfrm>
            <a:off x="17321684" y="1423928"/>
            <a:ext cx="112071" cy="126802"/>
          </a:xfrm>
          <a:custGeom>
            <a:avLst/>
            <a:gdLst/>
            <a:ahLst/>
            <a:cxnLst/>
            <a:rect l="l" t="t" r="r" b="b"/>
            <a:pathLst>
              <a:path w="112071" h="126802">
                <a:moveTo>
                  <a:pt x="0" y="0"/>
                </a:moveTo>
                <a:lnTo>
                  <a:pt x="112071" y="0"/>
                </a:lnTo>
                <a:lnTo>
                  <a:pt x="112071" y="126802"/>
                </a:lnTo>
                <a:lnTo>
                  <a:pt x="0" y="126802"/>
                </a:lnTo>
                <a:lnTo>
                  <a:pt x="0" y="0"/>
                </a:lnTo>
                <a:close/>
              </a:path>
            </a:pathLst>
          </a:custGeom>
          <a:blipFill>
            <a:blip r:embed="rId19"/>
            <a:stretch>
              <a:fillRect l="-2220" r="-2220"/>
            </a:stretch>
          </a:blipFill>
        </p:spPr>
      </p:sp>
      <p:grpSp>
        <p:nvGrpSpPr>
          <p:cNvPr id="29" name="Group 29"/>
          <p:cNvGrpSpPr/>
          <p:nvPr/>
        </p:nvGrpSpPr>
        <p:grpSpPr>
          <a:xfrm>
            <a:off x="16474160" y="744181"/>
            <a:ext cx="38100" cy="307340"/>
            <a:chOff x="0" y="0"/>
            <a:chExt cx="50800" cy="409787"/>
          </a:xfrm>
        </p:grpSpPr>
        <p:sp>
          <p:nvSpPr>
            <p:cNvPr id="30" name="Freeform 30"/>
            <p:cNvSpPr/>
            <p:nvPr/>
          </p:nvSpPr>
          <p:spPr>
            <a:xfrm>
              <a:off x="0" y="367665"/>
              <a:ext cx="41529" cy="41529"/>
            </a:xfrm>
            <a:custGeom>
              <a:avLst/>
              <a:gdLst/>
              <a:ahLst/>
              <a:cxnLst/>
              <a:rect l="l" t="t" r="r" b="b"/>
              <a:pathLst>
                <a:path w="41529" h="41529">
                  <a:moveTo>
                    <a:pt x="41529" y="0"/>
                  </a:moveTo>
                  <a:lnTo>
                    <a:pt x="0" y="0"/>
                  </a:lnTo>
                  <a:lnTo>
                    <a:pt x="0" y="41529"/>
                  </a:lnTo>
                  <a:lnTo>
                    <a:pt x="41529" y="41529"/>
                  </a:lnTo>
                  <a:lnTo>
                    <a:pt x="41529" y="0"/>
                  </a:lnTo>
                  <a:close/>
                </a:path>
              </a:pathLst>
            </a:custGeom>
            <a:solidFill>
              <a:srgbClr val="FFFFFF"/>
            </a:solidFill>
          </p:spPr>
        </p:sp>
        <p:sp>
          <p:nvSpPr>
            <p:cNvPr id="31" name="Freeform 31"/>
            <p:cNvSpPr/>
            <p:nvPr/>
          </p:nvSpPr>
          <p:spPr>
            <a:xfrm>
              <a:off x="9144" y="0"/>
              <a:ext cx="41529" cy="41529"/>
            </a:xfrm>
            <a:custGeom>
              <a:avLst/>
              <a:gdLst/>
              <a:ahLst/>
              <a:cxnLst/>
              <a:rect l="l" t="t" r="r" b="b"/>
              <a:pathLst>
                <a:path w="41529" h="41529">
                  <a:moveTo>
                    <a:pt x="41529" y="0"/>
                  </a:moveTo>
                  <a:lnTo>
                    <a:pt x="0" y="0"/>
                  </a:lnTo>
                  <a:lnTo>
                    <a:pt x="0" y="41529"/>
                  </a:lnTo>
                  <a:lnTo>
                    <a:pt x="41529" y="41529"/>
                  </a:lnTo>
                  <a:lnTo>
                    <a:pt x="41529" y="0"/>
                  </a:lnTo>
                  <a:close/>
                </a:path>
              </a:pathLst>
            </a:custGeom>
            <a:solidFill>
              <a:srgbClr val="FFFFFF"/>
            </a:solidFill>
          </p:spPr>
        </p:sp>
      </p:grpSp>
      <p:sp>
        <p:nvSpPr>
          <p:cNvPr id="32" name="Freeform 32"/>
          <p:cNvSpPr/>
          <p:nvPr/>
        </p:nvSpPr>
        <p:spPr>
          <a:xfrm>
            <a:off x="16947701" y="1390593"/>
            <a:ext cx="135917" cy="134319"/>
          </a:xfrm>
          <a:custGeom>
            <a:avLst/>
            <a:gdLst/>
            <a:ahLst/>
            <a:cxnLst/>
            <a:rect l="l" t="t" r="r" b="b"/>
            <a:pathLst>
              <a:path w="135917" h="134319">
                <a:moveTo>
                  <a:pt x="0" y="0"/>
                </a:moveTo>
                <a:lnTo>
                  <a:pt x="135917" y="0"/>
                </a:lnTo>
                <a:lnTo>
                  <a:pt x="135917" y="134319"/>
                </a:lnTo>
                <a:lnTo>
                  <a:pt x="0" y="134319"/>
                </a:lnTo>
                <a:lnTo>
                  <a:pt x="0" y="0"/>
                </a:lnTo>
                <a:close/>
              </a:path>
            </a:pathLst>
          </a:custGeom>
          <a:blipFill>
            <a:blip r:embed="rId20"/>
            <a:stretch>
              <a:fillRect t="-594" b="-594"/>
            </a:stretch>
          </a:blipFill>
        </p:spPr>
      </p:sp>
      <p:grpSp>
        <p:nvGrpSpPr>
          <p:cNvPr id="33" name="Group 33"/>
          <p:cNvGrpSpPr/>
          <p:nvPr/>
        </p:nvGrpSpPr>
        <p:grpSpPr>
          <a:xfrm>
            <a:off x="16209922" y="1570445"/>
            <a:ext cx="1592580" cy="157480"/>
            <a:chOff x="0" y="0"/>
            <a:chExt cx="2123440" cy="209973"/>
          </a:xfrm>
        </p:grpSpPr>
        <p:sp>
          <p:nvSpPr>
            <p:cNvPr id="34" name="Freeform 34"/>
            <p:cNvSpPr/>
            <p:nvPr/>
          </p:nvSpPr>
          <p:spPr>
            <a:xfrm>
              <a:off x="0" y="0"/>
              <a:ext cx="2123440" cy="209973"/>
            </a:xfrm>
            <a:custGeom>
              <a:avLst/>
              <a:gdLst/>
              <a:ahLst/>
              <a:cxnLst/>
              <a:rect l="l" t="t" r="r" b="b"/>
              <a:pathLst>
                <a:path w="2123440" h="209973">
                  <a:moveTo>
                    <a:pt x="0" y="0"/>
                  </a:moveTo>
                  <a:lnTo>
                    <a:pt x="2123440" y="0"/>
                  </a:lnTo>
                  <a:lnTo>
                    <a:pt x="2123440" y="209973"/>
                  </a:lnTo>
                  <a:lnTo>
                    <a:pt x="0" y="209973"/>
                  </a:lnTo>
                  <a:close/>
                </a:path>
              </a:pathLst>
            </a:custGeom>
          </p:spPr>
        </p:sp>
        <p:sp>
          <p:nvSpPr>
            <p:cNvPr id="35" name="TextBox 35"/>
            <p:cNvSpPr txBox="1"/>
            <p:nvPr/>
          </p:nvSpPr>
          <p:spPr>
            <a:xfrm>
              <a:off x="0" y="-9525"/>
              <a:ext cx="2123440" cy="219498"/>
            </a:xfrm>
            <a:prstGeom prst="rect">
              <a:avLst/>
            </a:prstGeom>
          </p:spPr>
          <p:txBody>
            <a:bodyPr lIns="0" tIns="0" rIns="0" bIns="0" rtlCol="0" anchor="t"/>
            <a:lstStyle/>
            <a:p>
              <a:pPr algn="l">
                <a:lnSpc>
                  <a:spcPts val="1019"/>
                </a:lnSpc>
              </a:pPr>
              <a:r>
                <a:rPr lang="en-US" sz="850" b="1" spc="-55">
                  <a:solidFill>
                    <a:srgbClr val="FFFFFF"/>
                  </a:solidFill>
                  <a:latin typeface="Tahoma Bold"/>
                  <a:ea typeface="Tahoma Bold"/>
                  <a:cs typeface="Tahoma Bold"/>
                  <a:sym typeface="Tahoma Bold"/>
                </a:rPr>
                <a:t>Forum Of Data Science Engineers</a:t>
              </a:r>
            </a:p>
          </p:txBody>
        </p:sp>
      </p:grpSp>
      <p:grpSp>
        <p:nvGrpSpPr>
          <p:cNvPr id="36" name="Group 36"/>
          <p:cNvGrpSpPr/>
          <p:nvPr/>
        </p:nvGrpSpPr>
        <p:grpSpPr>
          <a:xfrm>
            <a:off x="1016000" y="276291"/>
            <a:ext cx="11351260" cy="926973"/>
            <a:chOff x="0" y="0"/>
            <a:chExt cx="15135013" cy="1235964"/>
          </a:xfrm>
        </p:grpSpPr>
        <p:sp>
          <p:nvSpPr>
            <p:cNvPr id="37" name="Freeform 37"/>
            <p:cNvSpPr/>
            <p:nvPr/>
          </p:nvSpPr>
          <p:spPr>
            <a:xfrm>
              <a:off x="0" y="0"/>
              <a:ext cx="15135014" cy="1235964"/>
            </a:xfrm>
            <a:custGeom>
              <a:avLst/>
              <a:gdLst/>
              <a:ahLst/>
              <a:cxnLst/>
              <a:rect l="l" t="t" r="r" b="b"/>
              <a:pathLst>
                <a:path w="15135014" h="1235964">
                  <a:moveTo>
                    <a:pt x="0" y="0"/>
                  </a:moveTo>
                  <a:lnTo>
                    <a:pt x="15135014" y="0"/>
                  </a:lnTo>
                  <a:lnTo>
                    <a:pt x="15135014" y="1235964"/>
                  </a:lnTo>
                  <a:lnTo>
                    <a:pt x="0" y="1235964"/>
                  </a:lnTo>
                  <a:close/>
                </a:path>
              </a:pathLst>
            </a:custGeom>
          </p:spPr>
        </p:sp>
        <p:sp>
          <p:nvSpPr>
            <p:cNvPr id="38" name="TextBox 38"/>
            <p:cNvSpPr txBox="1"/>
            <p:nvPr/>
          </p:nvSpPr>
          <p:spPr>
            <a:xfrm>
              <a:off x="0" y="-9525"/>
              <a:ext cx="15135013" cy="1245489"/>
            </a:xfrm>
            <a:prstGeom prst="rect">
              <a:avLst/>
            </a:prstGeom>
          </p:spPr>
          <p:txBody>
            <a:bodyPr lIns="0" tIns="0" rIns="0" bIns="0" rtlCol="0" anchor="t"/>
            <a:lstStyle/>
            <a:p>
              <a:pPr algn="l">
                <a:lnSpc>
                  <a:spcPts val="6120"/>
                </a:lnSpc>
              </a:pPr>
              <a:r>
                <a:rPr lang="en-US" sz="5100" b="1" spc="305" dirty="0">
                  <a:solidFill>
                    <a:srgbClr val="FFFFFF"/>
                  </a:solidFill>
                  <a:latin typeface="Atkinson Hyperlegible Bold"/>
                  <a:ea typeface="Atkinson Hyperlegible Bold"/>
                  <a:cs typeface="Atkinson Hyperlegible Bold"/>
                  <a:sym typeface="Atkinson Hyperlegible Bold"/>
                </a:rPr>
                <a:t>SOLUTION</a:t>
              </a:r>
            </a:p>
          </p:txBody>
        </p:sp>
      </p:grpSp>
      <p:sp>
        <p:nvSpPr>
          <p:cNvPr id="39" name="Freeform 39"/>
          <p:cNvSpPr/>
          <p:nvPr/>
        </p:nvSpPr>
        <p:spPr>
          <a:xfrm>
            <a:off x="13399418" y="8565193"/>
            <a:ext cx="4888580" cy="1721806"/>
          </a:xfrm>
          <a:custGeom>
            <a:avLst/>
            <a:gdLst/>
            <a:ahLst/>
            <a:cxnLst/>
            <a:rect l="l" t="t" r="r" b="b"/>
            <a:pathLst>
              <a:path w="4888580" h="1721806">
                <a:moveTo>
                  <a:pt x="0" y="0"/>
                </a:moveTo>
                <a:lnTo>
                  <a:pt x="4888580" y="0"/>
                </a:lnTo>
                <a:lnTo>
                  <a:pt x="4888580" y="1721806"/>
                </a:lnTo>
                <a:lnTo>
                  <a:pt x="0" y="1721806"/>
                </a:lnTo>
                <a:lnTo>
                  <a:pt x="0" y="0"/>
                </a:lnTo>
                <a:close/>
              </a:path>
            </a:pathLst>
          </a:custGeom>
          <a:blipFill>
            <a:blip r:embed="rId21"/>
            <a:stretch>
              <a:fillRect/>
            </a:stretch>
          </a:blipFill>
        </p:spPr>
      </p:sp>
      <p:sp>
        <p:nvSpPr>
          <p:cNvPr id="40" name="TextBox 39">
            <a:extLst>
              <a:ext uri="{FF2B5EF4-FFF2-40B4-BE49-F238E27FC236}">
                <a16:creationId xmlns:a16="http://schemas.microsoft.com/office/drawing/2014/main" id="{36C707F6-6F3F-D6B7-880A-4C699519A4F9}"/>
              </a:ext>
            </a:extLst>
          </p:cNvPr>
          <p:cNvSpPr txBox="1"/>
          <p:nvPr/>
        </p:nvSpPr>
        <p:spPr>
          <a:xfrm>
            <a:off x="833543" y="1919419"/>
            <a:ext cx="15807600" cy="4524315"/>
          </a:xfrm>
          <a:prstGeom prst="rect">
            <a:avLst/>
          </a:prstGeom>
          <a:noFill/>
        </p:spPr>
        <p:txBody>
          <a:bodyPr wrap="square" rtlCol="0">
            <a:spAutoFit/>
          </a:bodyPr>
          <a:lstStyle/>
          <a:p>
            <a:r>
              <a:rPr lang="en-US" sz="3200" dirty="0">
                <a:solidFill>
                  <a:schemeClr val="bg1"/>
                </a:solidFill>
              </a:rPr>
              <a:t>• Develop a system to track and analyze carbon emissions generated by industries.</a:t>
            </a:r>
          </a:p>
          <a:p>
            <a:r>
              <a:rPr lang="en-US" sz="3200" dirty="0">
                <a:solidFill>
                  <a:schemeClr val="bg1"/>
                </a:solidFill>
              </a:rPr>
              <a:t>• Calculate the number of trees required to offset the emitted carbon based on environmental models.</a:t>
            </a:r>
          </a:p>
          <a:p>
            <a:r>
              <a:rPr lang="en-US" sz="3200" dirty="0">
                <a:solidFill>
                  <a:schemeClr val="bg1"/>
                </a:solidFill>
              </a:rPr>
              <a:t>• Use satellite imagery to monitor the growth and health of planted trees on a weekly basis.</a:t>
            </a:r>
          </a:p>
          <a:p>
            <a:r>
              <a:rPr lang="en-US" sz="3200" dirty="0">
                <a:solidFill>
                  <a:schemeClr val="bg1"/>
                </a:solidFill>
              </a:rPr>
              <a:t>• Apply AI-based models to estimate the amount of carbon absorbed by the trees over time.</a:t>
            </a:r>
          </a:p>
          <a:p>
            <a:r>
              <a:rPr lang="en-US" sz="3200" dirty="0">
                <a:solidFill>
                  <a:schemeClr val="bg1"/>
                </a:solidFill>
              </a:rPr>
              <a:t>• Continuously compare industrial carbon emissions with the carbon absorbed by the planted trees.</a:t>
            </a:r>
          </a:p>
          <a:p>
            <a:r>
              <a:rPr lang="en-US" sz="3200" dirty="0">
                <a:solidFill>
                  <a:schemeClr val="bg1"/>
                </a:solidFill>
              </a:rPr>
              <a:t>• Provide a dashboard that shows industries their real-time carbon balance and sustainability status. </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2"/>
            <a:stretch>
              <a:fillRect t="-128765" r="-84"/>
            </a:stretch>
          </a:blipFill>
        </p:spPr>
      </p:sp>
      <p:sp>
        <p:nvSpPr>
          <p:cNvPr id="3" name="Freeform 3"/>
          <p:cNvSpPr/>
          <p:nvPr/>
        </p:nvSpPr>
        <p:spPr>
          <a:xfrm>
            <a:off x="1028700" y="9013461"/>
            <a:ext cx="1847849" cy="962024"/>
          </a:xfrm>
          <a:custGeom>
            <a:avLst/>
            <a:gdLst/>
            <a:ahLst/>
            <a:cxnLst/>
            <a:rect l="l" t="t" r="r" b="b"/>
            <a:pathLst>
              <a:path w="1847849" h="962024">
                <a:moveTo>
                  <a:pt x="0" y="0"/>
                </a:moveTo>
                <a:lnTo>
                  <a:pt x="1847849" y="0"/>
                </a:lnTo>
                <a:lnTo>
                  <a:pt x="1847849" y="962024"/>
                </a:lnTo>
                <a:lnTo>
                  <a:pt x="0" y="962024"/>
                </a:lnTo>
                <a:lnTo>
                  <a:pt x="0" y="0"/>
                </a:lnTo>
                <a:close/>
              </a:path>
            </a:pathLst>
          </a:custGeom>
          <a:blipFill>
            <a:blip r:embed="rId3"/>
            <a:stretch>
              <a:fillRect t="-107" b="-107"/>
            </a:stretch>
          </a:blipFill>
        </p:spPr>
      </p:sp>
      <p:grpSp>
        <p:nvGrpSpPr>
          <p:cNvPr id="4" name="Group 4"/>
          <p:cNvGrpSpPr/>
          <p:nvPr/>
        </p:nvGrpSpPr>
        <p:grpSpPr>
          <a:xfrm>
            <a:off x="16423285" y="1390609"/>
            <a:ext cx="275590" cy="78740"/>
            <a:chOff x="0" y="0"/>
            <a:chExt cx="367453" cy="104987"/>
          </a:xfrm>
        </p:grpSpPr>
        <p:sp>
          <p:nvSpPr>
            <p:cNvPr id="5" name="Freeform 5"/>
            <p:cNvSpPr/>
            <p:nvPr/>
          </p:nvSpPr>
          <p:spPr>
            <a:xfrm>
              <a:off x="0" y="0"/>
              <a:ext cx="366776" cy="104394"/>
            </a:xfrm>
            <a:custGeom>
              <a:avLst/>
              <a:gdLst/>
              <a:ahLst/>
              <a:cxnLst/>
              <a:rect l="l" t="t" r="r" b="b"/>
              <a:pathLst>
                <a:path w="366776" h="104394">
                  <a:moveTo>
                    <a:pt x="112522" y="104267"/>
                  </a:moveTo>
                  <a:lnTo>
                    <a:pt x="48895" y="101346"/>
                  </a:lnTo>
                  <a:lnTo>
                    <a:pt x="11938" y="94234"/>
                  </a:lnTo>
                  <a:lnTo>
                    <a:pt x="0" y="90297"/>
                  </a:lnTo>
                  <a:lnTo>
                    <a:pt x="15748" y="77851"/>
                  </a:lnTo>
                  <a:lnTo>
                    <a:pt x="57277" y="49911"/>
                  </a:lnTo>
                  <a:lnTo>
                    <a:pt x="115824" y="20447"/>
                  </a:lnTo>
                  <a:lnTo>
                    <a:pt x="182880" y="3556"/>
                  </a:lnTo>
                  <a:lnTo>
                    <a:pt x="250063" y="0"/>
                  </a:lnTo>
                  <a:lnTo>
                    <a:pt x="308991" y="0"/>
                  </a:lnTo>
                  <a:lnTo>
                    <a:pt x="350774" y="1524"/>
                  </a:lnTo>
                  <a:lnTo>
                    <a:pt x="366776" y="2540"/>
                  </a:lnTo>
                  <a:lnTo>
                    <a:pt x="361315" y="14097"/>
                  </a:lnTo>
                  <a:lnTo>
                    <a:pt x="338836" y="41148"/>
                  </a:lnTo>
                  <a:lnTo>
                    <a:pt x="289560" y="72136"/>
                  </a:lnTo>
                  <a:lnTo>
                    <a:pt x="204343" y="96012"/>
                  </a:lnTo>
                  <a:lnTo>
                    <a:pt x="112522" y="104394"/>
                  </a:lnTo>
                  <a:close/>
                </a:path>
              </a:pathLst>
            </a:custGeom>
            <a:solidFill>
              <a:srgbClr val="FFFFFF"/>
            </a:solidFill>
          </p:spPr>
        </p:sp>
      </p:grpSp>
      <p:sp>
        <p:nvSpPr>
          <p:cNvPr id="6" name="Freeform 6"/>
          <p:cNvSpPr/>
          <p:nvPr/>
        </p:nvSpPr>
        <p:spPr>
          <a:xfrm>
            <a:off x="16469713" y="1223585"/>
            <a:ext cx="228624" cy="168915"/>
          </a:xfrm>
          <a:custGeom>
            <a:avLst/>
            <a:gdLst/>
            <a:ahLst/>
            <a:cxnLst/>
            <a:rect l="l" t="t" r="r" b="b"/>
            <a:pathLst>
              <a:path w="228624" h="168915">
                <a:moveTo>
                  <a:pt x="0" y="0"/>
                </a:moveTo>
                <a:lnTo>
                  <a:pt x="228624" y="0"/>
                </a:lnTo>
                <a:lnTo>
                  <a:pt x="228624" y="168915"/>
                </a:lnTo>
                <a:lnTo>
                  <a:pt x="0" y="168915"/>
                </a:lnTo>
                <a:lnTo>
                  <a:pt x="0" y="0"/>
                </a:lnTo>
                <a:close/>
              </a:path>
            </a:pathLst>
          </a:custGeom>
          <a:blipFill>
            <a:blip r:embed="rId4"/>
            <a:stretch>
              <a:fillRect l="-662" r="-662"/>
            </a:stretch>
          </a:blipFill>
        </p:spPr>
      </p:sp>
      <p:grpSp>
        <p:nvGrpSpPr>
          <p:cNvPr id="7" name="Group 7"/>
          <p:cNvGrpSpPr/>
          <p:nvPr/>
        </p:nvGrpSpPr>
        <p:grpSpPr>
          <a:xfrm>
            <a:off x="16288898" y="1340965"/>
            <a:ext cx="281305" cy="67310"/>
            <a:chOff x="0" y="0"/>
            <a:chExt cx="375073" cy="89747"/>
          </a:xfrm>
        </p:grpSpPr>
        <p:sp>
          <p:nvSpPr>
            <p:cNvPr id="8" name="Freeform 8"/>
            <p:cNvSpPr/>
            <p:nvPr/>
          </p:nvSpPr>
          <p:spPr>
            <a:xfrm>
              <a:off x="0" y="0"/>
              <a:ext cx="374269" cy="89662"/>
            </a:xfrm>
            <a:custGeom>
              <a:avLst/>
              <a:gdLst/>
              <a:ahLst/>
              <a:cxnLst/>
              <a:rect l="l" t="t" r="r" b="b"/>
              <a:pathLst>
                <a:path w="374269" h="89662">
                  <a:moveTo>
                    <a:pt x="199898" y="89662"/>
                  </a:moveTo>
                  <a:lnTo>
                    <a:pt x="119253" y="88265"/>
                  </a:lnTo>
                  <a:lnTo>
                    <a:pt x="56007" y="79883"/>
                  </a:lnTo>
                  <a:lnTo>
                    <a:pt x="14732" y="70485"/>
                  </a:lnTo>
                  <a:lnTo>
                    <a:pt x="0" y="66040"/>
                  </a:lnTo>
                  <a:lnTo>
                    <a:pt x="14224" y="56388"/>
                  </a:lnTo>
                  <a:lnTo>
                    <a:pt x="53848" y="34925"/>
                  </a:lnTo>
                  <a:lnTo>
                    <a:pt x="113919" y="12446"/>
                  </a:lnTo>
                  <a:lnTo>
                    <a:pt x="189992" y="0"/>
                  </a:lnTo>
                  <a:lnTo>
                    <a:pt x="265176" y="1651"/>
                  </a:lnTo>
                  <a:lnTo>
                    <a:pt x="323342" y="10287"/>
                  </a:lnTo>
                  <a:lnTo>
                    <a:pt x="360934" y="19812"/>
                  </a:lnTo>
                  <a:lnTo>
                    <a:pt x="374269" y="24384"/>
                  </a:lnTo>
                  <a:lnTo>
                    <a:pt x="363474" y="33782"/>
                  </a:lnTo>
                  <a:lnTo>
                    <a:pt x="330962" y="54991"/>
                  </a:lnTo>
                  <a:lnTo>
                    <a:pt x="276479" y="77216"/>
                  </a:lnTo>
                  <a:lnTo>
                    <a:pt x="199898" y="89662"/>
                  </a:lnTo>
                  <a:close/>
                </a:path>
              </a:pathLst>
            </a:custGeom>
            <a:solidFill>
              <a:srgbClr val="FFFFFF"/>
            </a:solidFill>
          </p:spPr>
        </p:sp>
      </p:grpSp>
      <p:sp>
        <p:nvSpPr>
          <p:cNvPr id="9" name="Freeform 9"/>
          <p:cNvSpPr/>
          <p:nvPr/>
        </p:nvSpPr>
        <p:spPr>
          <a:xfrm>
            <a:off x="16304772" y="1079767"/>
            <a:ext cx="161462" cy="231707"/>
          </a:xfrm>
          <a:custGeom>
            <a:avLst/>
            <a:gdLst/>
            <a:ahLst/>
            <a:cxnLst/>
            <a:rect l="l" t="t" r="r" b="b"/>
            <a:pathLst>
              <a:path w="161462" h="231707">
                <a:moveTo>
                  <a:pt x="0" y="0"/>
                </a:moveTo>
                <a:lnTo>
                  <a:pt x="161462" y="0"/>
                </a:lnTo>
                <a:lnTo>
                  <a:pt x="161462" y="231707"/>
                </a:lnTo>
                <a:lnTo>
                  <a:pt x="0" y="231707"/>
                </a:lnTo>
                <a:lnTo>
                  <a:pt x="0" y="0"/>
                </a:lnTo>
                <a:close/>
              </a:path>
            </a:pathLst>
          </a:custGeom>
          <a:blipFill>
            <a:blip r:embed="rId5"/>
            <a:stretch>
              <a:fillRect t="-679" b="-679"/>
            </a:stretch>
          </a:blipFill>
        </p:spPr>
      </p:sp>
      <p:grpSp>
        <p:nvGrpSpPr>
          <p:cNvPr id="10" name="Group 10"/>
          <p:cNvGrpSpPr/>
          <p:nvPr/>
        </p:nvGrpSpPr>
        <p:grpSpPr>
          <a:xfrm>
            <a:off x="16144541" y="1251566"/>
            <a:ext cx="280670" cy="76200"/>
            <a:chOff x="0" y="0"/>
            <a:chExt cx="374227" cy="101600"/>
          </a:xfrm>
        </p:grpSpPr>
        <p:sp>
          <p:nvSpPr>
            <p:cNvPr id="11" name="Freeform 11"/>
            <p:cNvSpPr/>
            <p:nvPr/>
          </p:nvSpPr>
          <p:spPr>
            <a:xfrm>
              <a:off x="0" y="0"/>
              <a:ext cx="373507" cy="100965"/>
            </a:xfrm>
            <a:custGeom>
              <a:avLst/>
              <a:gdLst/>
              <a:ahLst/>
              <a:cxnLst/>
              <a:rect l="l" t="t" r="r" b="b"/>
              <a:pathLst>
                <a:path w="373507" h="100965">
                  <a:moveTo>
                    <a:pt x="266192" y="100965"/>
                  </a:moveTo>
                  <a:lnTo>
                    <a:pt x="188849" y="95123"/>
                  </a:lnTo>
                  <a:lnTo>
                    <a:pt x="110744" y="74930"/>
                  </a:lnTo>
                  <a:lnTo>
                    <a:pt x="51308" y="51943"/>
                  </a:lnTo>
                  <a:lnTo>
                    <a:pt x="0" y="25400"/>
                  </a:lnTo>
                  <a:lnTo>
                    <a:pt x="16129" y="19431"/>
                  </a:lnTo>
                  <a:lnTo>
                    <a:pt x="59563" y="7747"/>
                  </a:lnTo>
                  <a:lnTo>
                    <a:pt x="123317" y="0"/>
                  </a:lnTo>
                  <a:lnTo>
                    <a:pt x="200152" y="5715"/>
                  </a:lnTo>
                  <a:lnTo>
                    <a:pt x="272796" y="24892"/>
                  </a:lnTo>
                  <a:lnTo>
                    <a:pt x="327279" y="46863"/>
                  </a:lnTo>
                  <a:lnTo>
                    <a:pt x="361569" y="65024"/>
                  </a:lnTo>
                  <a:lnTo>
                    <a:pt x="373507" y="72517"/>
                  </a:lnTo>
                  <a:lnTo>
                    <a:pt x="360807" y="79121"/>
                  </a:lnTo>
                  <a:lnTo>
                    <a:pt x="324231" y="92075"/>
                  </a:lnTo>
                  <a:lnTo>
                    <a:pt x="266065" y="100965"/>
                  </a:lnTo>
                  <a:close/>
                </a:path>
              </a:pathLst>
            </a:custGeom>
            <a:solidFill>
              <a:srgbClr val="FFFFFF"/>
            </a:solidFill>
          </p:spPr>
        </p:sp>
      </p:grpSp>
      <p:sp>
        <p:nvSpPr>
          <p:cNvPr id="12" name="Freeform 12"/>
          <p:cNvSpPr/>
          <p:nvPr/>
        </p:nvSpPr>
        <p:spPr>
          <a:xfrm>
            <a:off x="16106052" y="1104701"/>
            <a:ext cx="244782" cy="141776"/>
          </a:xfrm>
          <a:custGeom>
            <a:avLst/>
            <a:gdLst/>
            <a:ahLst/>
            <a:cxnLst/>
            <a:rect l="l" t="t" r="r" b="b"/>
            <a:pathLst>
              <a:path w="244782" h="141776">
                <a:moveTo>
                  <a:pt x="0" y="0"/>
                </a:moveTo>
                <a:lnTo>
                  <a:pt x="244782" y="0"/>
                </a:lnTo>
                <a:lnTo>
                  <a:pt x="244782" y="141776"/>
                </a:lnTo>
                <a:lnTo>
                  <a:pt x="0" y="141776"/>
                </a:lnTo>
                <a:lnTo>
                  <a:pt x="0" y="0"/>
                </a:lnTo>
                <a:close/>
              </a:path>
            </a:pathLst>
          </a:custGeom>
          <a:blipFill>
            <a:blip r:embed="rId6"/>
            <a:stretch>
              <a:fillRect t="-780" b="-780"/>
            </a:stretch>
          </a:blipFill>
        </p:spPr>
      </p:sp>
      <p:sp>
        <p:nvSpPr>
          <p:cNvPr id="13" name="Freeform 13"/>
          <p:cNvSpPr/>
          <p:nvPr/>
        </p:nvSpPr>
        <p:spPr>
          <a:xfrm>
            <a:off x="16019856" y="339559"/>
            <a:ext cx="393700" cy="802640"/>
          </a:xfrm>
          <a:custGeom>
            <a:avLst/>
            <a:gdLst/>
            <a:ahLst/>
            <a:cxnLst/>
            <a:rect l="l" t="t" r="r" b="b"/>
            <a:pathLst>
              <a:path w="393700" h="802640">
                <a:moveTo>
                  <a:pt x="0" y="0"/>
                </a:moveTo>
                <a:lnTo>
                  <a:pt x="393700" y="0"/>
                </a:lnTo>
                <a:lnTo>
                  <a:pt x="393700" y="802640"/>
                </a:lnTo>
                <a:lnTo>
                  <a:pt x="0" y="802640"/>
                </a:lnTo>
                <a:lnTo>
                  <a:pt x="0" y="0"/>
                </a:lnTo>
                <a:close/>
              </a:path>
            </a:pathLst>
          </a:custGeom>
          <a:blipFill>
            <a:blip r:embed="rId7">
              <a:extLst>
                <a:ext uri="{96DAC541-7B7A-43D3-8B79-37D633B846F1}">
                  <asvg:svgBlip xmlns:asvg="http://schemas.microsoft.com/office/drawing/2016/SVG/main" r:embed="rId8"/>
                </a:ext>
              </a:extLst>
            </a:blip>
            <a:stretch>
              <a:fillRect/>
            </a:stretch>
          </a:blipFill>
        </p:spPr>
      </p:sp>
      <p:sp>
        <p:nvSpPr>
          <p:cNvPr id="14" name="Freeform 14"/>
          <p:cNvSpPr/>
          <p:nvPr/>
        </p:nvSpPr>
        <p:spPr>
          <a:xfrm>
            <a:off x="16594649" y="1425631"/>
            <a:ext cx="112653" cy="126308"/>
          </a:xfrm>
          <a:custGeom>
            <a:avLst/>
            <a:gdLst/>
            <a:ahLst/>
            <a:cxnLst/>
            <a:rect l="l" t="t" r="r" b="b"/>
            <a:pathLst>
              <a:path w="112653" h="126308">
                <a:moveTo>
                  <a:pt x="0" y="0"/>
                </a:moveTo>
                <a:lnTo>
                  <a:pt x="112653" y="0"/>
                </a:lnTo>
                <a:lnTo>
                  <a:pt x="112653" y="126308"/>
                </a:lnTo>
                <a:lnTo>
                  <a:pt x="0" y="126308"/>
                </a:lnTo>
                <a:lnTo>
                  <a:pt x="0" y="0"/>
                </a:lnTo>
                <a:close/>
              </a:path>
            </a:pathLst>
          </a:custGeom>
          <a:blipFill>
            <a:blip r:embed="rId9"/>
            <a:stretch>
              <a:fillRect t="-168" b="-168"/>
            </a:stretch>
          </a:blipFill>
        </p:spPr>
      </p:sp>
      <p:sp>
        <p:nvSpPr>
          <p:cNvPr id="15" name="Freeform 15"/>
          <p:cNvSpPr/>
          <p:nvPr/>
        </p:nvSpPr>
        <p:spPr>
          <a:xfrm>
            <a:off x="16480534" y="758952"/>
            <a:ext cx="259079" cy="414527"/>
          </a:xfrm>
          <a:custGeom>
            <a:avLst/>
            <a:gdLst/>
            <a:ahLst/>
            <a:cxnLst/>
            <a:rect l="l" t="t" r="r" b="b"/>
            <a:pathLst>
              <a:path w="259079" h="414527">
                <a:moveTo>
                  <a:pt x="0" y="0"/>
                </a:moveTo>
                <a:lnTo>
                  <a:pt x="259079" y="0"/>
                </a:lnTo>
                <a:lnTo>
                  <a:pt x="259079" y="414527"/>
                </a:lnTo>
                <a:lnTo>
                  <a:pt x="0" y="414527"/>
                </a:lnTo>
                <a:lnTo>
                  <a:pt x="0" y="0"/>
                </a:lnTo>
                <a:close/>
              </a:path>
            </a:pathLst>
          </a:custGeom>
          <a:blipFill>
            <a:blip r:embed="rId10"/>
            <a:stretch>
              <a:fillRect/>
            </a:stretch>
          </a:blipFill>
        </p:spPr>
      </p:sp>
      <p:sp>
        <p:nvSpPr>
          <p:cNvPr id="16" name="Freeform 16"/>
          <p:cNvSpPr/>
          <p:nvPr/>
        </p:nvSpPr>
        <p:spPr>
          <a:xfrm>
            <a:off x="16424389" y="792619"/>
            <a:ext cx="151765" cy="323850"/>
          </a:xfrm>
          <a:custGeom>
            <a:avLst/>
            <a:gdLst/>
            <a:ahLst/>
            <a:cxnLst/>
            <a:rect l="l" t="t" r="r" b="b"/>
            <a:pathLst>
              <a:path w="151765" h="323850">
                <a:moveTo>
                  <a:pt x="0" y="0"/>
                </a:moveTo>
                <a:lnTo>
                  <a:pt x="151765" y="0"/>
                </a:lnTo>
                <a:lnTo>
                  <a:pt x="151765" y="323850"/>
                </a:lnTo>
                <a:lnTo>
                  <a:pt x="0" y="323850"/>
                </a:lnTo>
                <a:lnTo>
                  <a:pt x="0" y="0"/>
                </a:lnTo>
                <a:close/>
              </a:path>
            </a:pathLst>
          </a:custGeom>
          <a:blipFill>
            <a:blip r:embed="rId11">
              <a:extLst>
                <a:ext uri="{96DAC541-7B7A-43D3-8B79-37D633B846F1}">
                  <asvg:svgBlip xmlns:asvg="http://schemas.microsoft.com/office/drawing/2016/SVG/main" r:embed="rId12"/>
                </a:ext>
              </a:extLst>
            </a:blip>
            <a:stretch>
              <a:fillRect/>
            </a:stretch>
          </a:blipFill>
        </p:spPr>
      </p:sp>
      <p:sp>
        <p:nvSpPr>
          <p:cNvPr id="17" name="Freeform 17"/>
          <p:cNvSpPr/>
          <p:nvPr/>
        </p:nvSpPr>
        <p:spPr>
          <a:xfrm>
            <a:off x="16669510" y="755904"/>
            <a:ext cx="999743" cy="384047"/>
          </a:xfrm>
          <a:custGeom>
            <a:avLst/>
            <a:gdLst/>
            <a:ahLst/>
            <a:cxnLst/>
            <a:rect l="l" t="t" r="r" b="b"/>
            <a:pathLst>
              <a:path w="999743" h="384047">
                <a:moveTo>
                  <a:pt x="0" y="0"/>
                </a:moveTo>
                <a:lnTo>
                  <a:pt x="999743" y="0"/>
                </a:lnTo>
                <a:lnTo>
                  <a:pt x="999743" y="384047"/>
                </a:lnTo>
                <a:lnTo>
                  <a:pt x="0" y="384047"/>
                </a:lnTo>
                <a:lnTo>
                  <a:pt x="0" y="0"/>
                </a:lnTo>
                <a:close/>
              </a:path>
            </a:pathLst>
          </a:custGeom>
          <a:blipFill>
            <a:blip r:embed="rId13"/>
            <a:stretch>
              <a:fillRect/>
            </a:stretch>
          </a:blipFill>
        </p:spPr>
      </p:sp>
      <p:grpSp>
        <p:nvGrpSpPr>
          <p:cNvPr id="18" name="Group 18"/>
          <p:cNvGrpSpPr/>
          <p:nvPr/>
        </p:nvGrpSpPr>
        <p:grpSpPr>
          <a:xfrm>
            <a:off x="17330812" y="1389182"/>
            <a:ext cx="274955" cy="79375"/>
            <a:chOff x="0" y="0"/>
            <a:chExt cx="366607" cy="105833"/>
          </a:xfrm>
        </p:grpSpPr>
        <p:sp>
          <p:nvSpPr>
            <p:cNvPr id="19" name="Freeform 19"/>
            <p:cNvSpPr/>
            <p:nvPr/>
          </p:nvSpPr>
          <p:spPr>
            <a:xfrm>
              <a:off x="0" y="0"/>
              <a:ext cx="366268" cy="105283"/>
            </a:xfrm>
            <a:custGeom>
              <a:avLst/>
              <a:gdLst/>
              <a:ahLst/>
              <a:cxnLst/>
              <a:rect l="l" t="t" r="r" b="b"/>
              <a:pathLst>
                <a:path w="366268" h="105283">
                  <a:moveTo>
                    <a:pt x="253746" y="105283"/>
                  </a:moveTo>
                  <a:lnTo>
                    <a:pt x="317373" y="102616"/>
                  </a:lnTo>
                  <a:lnTo>
                    <a:pt x="354330" y="95758"/>
                  </a:lnTo>
                  <a:lnTo>
                    <a:pt x="366268" y="91821"/>
                  </a:lnTo>
                  <a:lnTo>
                    <a:pt x="350520" y="79375"/>
                  </a:lnTo>
                  <a:lnTo>
                    <a:pt x="250698" y="21590"/>
                  </a:lnTo>
                  <a:lnTo>
                    <a:pt x="183896" y="4191"/>
                  </a:lnTo>
                  <a:lnTo>
                    <a:pt x="116713" y="254"/>
                  </a:lnTo>
                  <a:lnTo>
                    <a:pt x="57785" y="0"/>
                  </a:lnTo>
                  <a:lnTo>
                    <a:pt x="15875" y="1270"/>
                  </a:lnTo>
                  <a:lnTo>
                    <a:pt x="0" y="2159"/>
                  </a:lnTo>
                  <a:lnTo>
                    <a:pt x="5334" y="13716"/>
                  </a:lnTo>
                  <a:lnTo>
                    <a:pt x="27813" y="40894"/>
                  </a:lnTo>
                  <a:lnTo>
                    <a:pt x="76708" y="72263"/>
                  </a:lnTo>
                  <a:lnTo>
                    <a:pt x="161925" y="96520"/>
                  </a:lnTo>
                  <a:lnTo>
                    <a:pt x="253746" y="105283"/>
                  </a:lnTo>
                  <a:close/>
                </a:path>
              </a:pathLst>
            </a:custGeom>
            <a:solidFill>
              <a:srgbClr val="FFFFFF"/>
            </a:solidFill>
          </p:spPr>
        </p:sp>
      </p:grpSp>
      <p:sp>
        <p:nvSpPr>
          <p:cNvPr id="20" name="Freeform 20"/>
          <p:cNvSpPr/>
          <p:nvPr/>
        </p:nvSpPr>
        <p:spPr>
          <a:xfrm>
            <a:off x="17330812" y="1223064"/>
            <a:ext cx="229460" cy="167778"/>
          </a:xfrm>
          <a:custGeom>
            <a:avLst/>
            <a:gdLst/>
            <a:ahLst/>
            <a:cxnLst/>
            <a:rect l="l" t="t" r="r" b="b"/>
            <a:pathLst>
              <a:path w="229460" h="167778">
                <a:moveTo>
                  <a:pt x="0" y="0"/>
                </a:moveTo>
                <a:lnTo>
                  <a:pt x="229460" y="0"/>
                </a:lnTo>
                <a:lnTo>
                  <a:pt x="229460" y="167778"/>
                </a:lnTo>
                <a:lnTo>
                  <a:pt x="0" y="167778"/>
                </a:lnTo>
                <a:lnTo>
                  <a:pt x="0" y="0"/>
                </a:lnTo>
                <a:close/>
              </a:path>
            </a:pathLst>
          </a:custGeom>
          <a:blipFill>
            <a:blip r:embed="rId14"/>
            <a:stretch>
              <a:fillRect l="-138" r="-138"/>
            </a:stretch>
          </a:blipFill>
        </p:spPr>
      </p:sp>
      <p:grpSp>
        <p:nvGrpSpPr>
          <p:cNvPr id="21" name="Group 21"/>
          <p:cNvGrpSpPr/>
          <p:nvPr/>
        </p:nvGrpSpPr>
        <p:grpSpPr>
          <a:xfrm>
            <a:off x="17459738" y="1340632"/>
            <a:ext cx="280670" cy="67310"/>
            <a:chOff x="0" y="0"/>
            <a:chExt cx="374227" cy="89747"/>
          </a:xfrm>
        </p:grpSpPr>
        <p:sp>
          <p:nvSpPr>
            <p:cNvPr id="22" name="Freeform 22"/>
            <p:cNvSpPr/>
            <p:nvPr/>
          </p:nvSpPr>
          <p:spPr>
            <a:xfrm>
              <a:off x="0" y="0"/>
              <a:ext cx="374015" cy="89535"/>
            </a:xfrm>
            <a:custGeom>
              <a:avLst/>
              <a:gdLst/>
              <a:ahLst/>
              <a:cxnLst/>
              <a:rect l="l" t="t" r="r" b="b"/>
              <a:pathLst>
                <a:path w="374015" h="89535">
                  <a:moveTo>
                    <a:pt x="173990" y="89535"/>
                  </a:moveTo>
                  <a:lnTo>
                    <a:pt x="254635" y="88519"/>
                  </a:lnTo>
                  <a:lnTo>
                    <a:pt x="317881" y="80518"/>
                  </a:lnTo>
                  <a:lnTo>
                    <a:pt x="359156" y="71374"/>
                  </a:lnTo>
                  <a:lnTo>
                    <a:pt x="374015" y="67056"/>
                  </a:lnTo>
                  <a:lnTo>
                    <a:pt x="359791" y="57404"/>
                  </a:lnTo>
                  <a:lnTo>
                    <a:pt x="320421" y="35560"/>
                  </a:lnTo>
                  <a:lnTo>
                    <a:pt x="260350" y="12827"/>
                  </a:lnTo>
                  <a:lnTo>
                    <a:pt x="184277" y="0"/>
                  </a:lnTo>
                  <a:lnTo>
                    <a:pt x="109220" y="1270"/>
                  </a:lnTo>
                  <a:lnTo>
                    <a:pt x="50927" y="9652"/>
                  </a:lnTo>
                  <a:lnTo>
                    <a:pt x="13335" y="19050"/>
                  </a:lnTo>
                  <a:lnTo>
                    <a:pt x="0" y="23495"/>
                  </a:lnTo>
                  <a:lnTo>
                    <a:pt x="10795" y="33020"/>
                  </a:lnTo>
                  <a:lnTo>
                    <a:pt x="43180" y="54229"/>
                  </a:lnTo>
                  <a:lnTo>
                    <a:pt x="97409" y="76708"/>
                  </a:lnTo>
                  <a:lnTo>
                    <a:pt x="173990" y="89535"/>
                  </a:lnTo>
                  <a:close/>
                </a:path>
              </a:pathLst>
            </a:custGeom>
            <a:solidFill>
              <a:srgbClr val="FFFFFF"/>
            </a:solidFill>
          </p:spPr>
        </p:sp>
      </p:grpSp>
      <p:sp>
        <p:nvSpPr>
          <p:cNvPr id="23" name="Freeform 23"/>
          <p:cNvSpPr/>
          <p:nvPr/>
        </p:nvSpPr>
        <p:spPr>
          <a:xfrm>
            <a:off x="17563315" y="1080067"/>
            <a:ext cx="162610" cy="230903"/>
          </a:xfrm>
          <a:custGeom>
            <a:avLst/>
            <a:gdLst/>
            <a:ahLst/>
            <a:cxnLst/>
            <a:rect l="l" t="t" r="r" b="b"/>
            <a:pathLst>
              <a:path w="162610" h="230903">
                <a:moveTo>
                  <a:pt x="0" y="0"/>
                </a:moveTo>
                <a:lnTo>
                  <a:pt x="162610" y="0"/>
                </a:lnTo>
                <a:lnTo>
                  <a:pt x="162610" y="230903"/>
                </a:lnTo>
                <a:lnTo>
                  <a:pt x="0" y="230903"/>
                </a:lnTo>
                <a:lnTo>
                  <a:pt x="0" y="0"/>
                </a:lnTo>
                <a:close/>
              </a:path>
            </a:pathLst>
          </a:custGeom>
          <a:blipFill>
            <a:blip r:embed="rId15"/>
            <a:stretch>
              <a:fillRect l="-290" r="-290"/>
            </a:stretch>
          </a:blipFill>
        </p:spPr>
      </p:sp>
      <p:grpSp>
        <p:nvGrpSpPr>
          <p:cNvPr id="24" name="Group 24"/>
          <p:cNvGrpSpPr/>
          <p:nvPr/>
        </p:nvGrpSpPr>
        <p:grpSpPr>
          <a:xfrm>
            <a:off x="17604850" y="1252199"/>
            <a:ext cx="280670" cy="75565"/>
            <a:chOff x="0" y="0"/>
            <a:chExt cx="374227" cy="100753"/>
          </a:xfrm>
        </p:grpSpPr>
        <p:sp>
          <p:nvSpPr>
            <p:cNvPr id="25" name="Freeform 25"/>
            <p:cNvSpPr/>
            <p:nvPr/>
          </p:nvSpPr>
          <p:spPr>
            <a:xfrm>
              <a:off x="0" y="0"/>
              <a:ext cx="373888" cy="100330"/>
            </a:xfrm>
            <a:custGeom>
              <a:avLst/>
              <a:gdLst/>
              <a:ahLst/>
              <a:cxnLst/>
              <a:rect l="l" t="t" r="r" b="b"/>
              <a:pathLst>
                <a:path w="373888" h="100330">
                  <a:moveTo>
                    <a:pt x="107188" y="100203"/>
                  </a:moveTo>
                  <a:lnTo>
                    <a:pt x="184658" y="94869"/>
                  </a:lnTo>
                  <a:lnTo>
                    <a:pt x="262763" y="75057"/>
                  </a:lnTo>
                  <a:lnTo>
                    <a:pt x="322453" y="52451"/>
                  </a:lnTo>
                  <a:lnTo>
                    <a:pt x="373888" y="26162"/>
                  </a:lnTo>
                  <a:lnTo>
                    <a:pt x="357886" y="20066"/>
                  </a:lnTo>
                  <a:lnTo>
                    <a:pt x="314325" y="8001"/>
                  </a:lnTo>
                  <a:lnTo>
                    <a:pt x="250571" y="0"/>
                  </a:lnTo>
                  <a:lnTo>
                    <a:pt x="173736" y="5334"/>
                  </a:lnTo>
                  <a:lnTo>
                    <a:pt x="100965" y="24130"/>
                  </a:lnTo>
                  <a:lnTo>
                    <a:pt x="46355" y="45847"/>
                  </a:lnTo>
                  <a:lnTo>
                    <a:pt x="11938" y="63754"/>
                  </a:lnTo>
                  <a:lnTo>
                    <a:pt x="0" y="71247"/>
                  </a:lnTo>
                  <a:lnTo>
                    <a:pt x="12700" y="77978"/>
                  </a:lnTo>
                  <a:lnTo>
                    <a:pt x="49149" y="91186"/>
                  </a:lnTo>
                  <a:lnTo>
                    <a:pt x="107188" y="100330"/>
                  </a:lnTo>
                  <a:close/>
                </a:path>
              </a:pathLst>
            </a:custGeom>
            <a:solidFill>
              <a:srgbClr val="FFFFFF"/>
            </a:solidFill>
          </p:spPr>
        </p:sp>
      </p:grpSp>
      <p:sp>
        <p:nvSpPr>
          <p:cNvPr id="26" name="Freeform 26"/>
          <p:cNvSpPr/>
          <p:nvPr/>
        </p:nvSpPr>
        <p:spPr>
          <a:xfrm>
            <a:off x="17679041" y="1105987"/>
            <a:ext cx="245478" cy="140612"/>
          </a:xfrm>
          <a:custGeom>
            <a:avLst/>
            <a:gdLst/>
            <a:ahLst/>
            <a:cxnLst/>
            <a:rect l="l" t="t" r="r" b="b"/>
            <a:pathLst>
              <a:path w="245478" h="140612">
                <a:moveTo>
                  <a:pt x="0" y="0"/>
                </a:moveTo>
                <a:lnTo>
                  <a:pt x="245478" y="0"/>
                </a:lnTo>
                <a:lnTo>
                  <a:pt x="245478" y="140612"/>
                </a:lnTo>
                <a:lnTo>
                  <a:pt x="0" y="140612"/>
                </a:lnTo>
                <a:lnTo>
                  <a:pt x="0" y="0"/>
                </a:lnTo>
                <a:close/>
              </a:path>
            </a:pathLst>
          </a:custGeom>
          <a:blipFill>
            <a:blip r:embed="rId16"/>
            <a:stretch>
              <a:fillRect t="-359" b="-359"/>
            </a:stretch>
          </a:blipFill>
        </p:spPr>
      </p:sp>
      <p:sp>
        <p:nvSpPr>
          <p:cNvPr id="27" name="Freeform 27"/>
          <p:cNvSpPr/>
          <p:nvPr/>
        </p:nvSpPr>
        <p:spPr>
          <a:xfrm>
            <a:off x="17621199" y="339330"/>
            <a:ext cx="390525" cy="803275"/>
          </a:xfrm>
          <a:custGeom>
            <a:avLst/>
            <a:gdLst/>
            <a:ahLst/>
            <a:cxnLst/>
            <a:rect l="l" t="t" r="r" b="b"/>
            <a:pathLst>
              <a:path w="390525" h="803275">
                <a:moveTo>
                  <a:pt x="0" y="0"/>
                </a:moveTo>
                <a:lnTo>
                  <a:pt x="390525" y="0"/>
                </a:lnTo>
                <a:lnTo>
                  <a:pt x="390525" y="803275"/>
                </a:lnTo>
                <a:lnTo>
                  <a:pt x="0" y="803275"/>
                </a:lnTo>
                <a:lnTo>
                  <a:pt x="0" y="0"/>
                </a:lnTo>
                <a:close/>
              </a:path>
            </a:pathLst>
          </a:custGeom>
          <a:blipFill>
            <a:blip r:embed="rId17">
              <a:extLst>
                <a:ext uri="{96DAC541-7B7A-43D3-8B79-37D633B846F1}">
                  <asvg:svgBlip xmlns:asvg="http://schemas.microsoft.com/office/drawing/2016/SVG/main" r:embed="rId18"/>
                </a:ext>
              </a:extLst>
            </a:blip>
            <a:stretch>
              <a:fillRect/>
            </a:stretch>
          </a:blipFill>
        </p:spPr>
      </p:sp>
      <p:sp>
        <p:nvSpPr>
          <p:cNvPr id="28" name="Freeform 28"/>
          <p:cNvSpPr/>
          <p:nvPr/>
        </p:nvSpPr>
        <p:spPr>
          <a:xfrm>
            <a:off x="17321684" y="1423928"/>
            <a:ext cx="112071" cy="126802"/>
          </a:xfrm>
          <a:custGeom>
            <a:avLst/>
            <a:gdLst/>
            <a:ahLst/>
            <a:cxnLst/>
            <a:rect l="l" t="t" r="r" b="b"/>
            <a:pathLst>
              <a:path w="112071" h="126802">
                <a:moveTo>
                  <a:pt x="0" y="0"/>
                </a:moveTo>
                <a:lnTo>
                  <a:pt x="112071" y="0"/>
                </a:lnTo>
                <a:lnTo>
                  <a:pt x="112071" y="126802"/>
                </a:lnTo>
                <a:lnTo>
                  <a:pt x="0" y="126802"/>
                </a:lnTo>
                <a:lnTo>
                  <a:pt x="0" y="0"/>
                </a:lnTo>
                <a:close/>
              </a:path>
            </a:pathLst>
          </a:custGeom>
          <a:blipFill>
            <a:blip r:embed="rId19"/>
            <a:stretch>
              <a:fillRect l="-2220" r="-2220"/>
            </a:stretch>
          </a:blipFill>
        </p:spPr>
      </p:sp>
      <p:grpSp>
        <p:nvGrpSpPr>
          <p:cNvPr id="29" name="Group 29"/>
          <p:cNvGrpSpPr/>
          <p:nvPr/>
        </p:nvGrpSpPr>
        <p:grpSpPr>
          <a:xfrm>
            <a:off x="16474160" y="744181"/>
            <a:ext cx="38100" cy="307340"/>
            <a:chOff x="0" y="0"/>
            <a:chExt cx="50800" cy="409787"/>
          </a:xfrm>
        </p:grpSpPr>
        <p:sp>
          <p:nvSpPr>
            <p:cNvPr id="30" name="Freeform 30"/>
            <p:cNvSpPr/>
            <p:nvPr/>
          </p:nvSpPr>
          <p:spPr>
            <a:xfrm>
              <a:off x="0" y="367665"/>
              <a:ext cx="41529" cy="41529"/>
            </a:xfrm>
            <a:custGeom>
              <a:avLst/>
              <a:gdLst/>
              <a:ahLst/>
              <a:cxnLst/>
              <a:rect l="l" t="t" r="r" b="b"/>
              <a:pathLst>
                <a:path w="41529" h="41529">
                  <a:moveTo>
                    <a:pt x="41529" y="0"/>
                  </a:moveTo>
                  <a:lnTo>
                    <a:pt x="0" y="0"/>
                  </a:lnTo>
                  <a:lnTo>
                    <a:pt x="0" y="41529"/>
                  </a:lnTo>
                  <a:lnTo>
                    <a:pt x="41529" y="41529"/>
                  </a:lnTo>
                  <a:lnTo>
                    <a:pt x="41529" y="0"/>
                  </a:lnTo>
                  <a:close/>
                </a:path>
              </a:pathLst>
            </a:custGeom>
            <a:solidFill>
              <a:srgbClr val="FFFFFF"/>
            </a:solidFill>
          </p:spPr>
        </p:sp>
        <p:sp>
          <p:nvSpPr>
            <p:cNvPr id="31" name="Freeform 31"/>
            <p:cNvSpPr/>
            <p:nvPr/>
          </p:nvSpPr>
          <p:spPr>
            <a:xfrm>
              <a:off x="9144" y="0"/>
              <a:ext cx="41529" cy="41529"/>
            </a:xfrm>
            <a:custGeom>
              <a:avLst/>
              <a:gdLst/>
              <a:ahLst/>
              <a:cxnLst/>
              <a:rect l="l" t="t" r="r" b="b"/>
              <a:pathLst>
                <a:path w="41529" h="41529">
                  <a:moveTo>
                    <a:pt x="41529" y="0"/>
                  </a:moveTo>
                  <a:lnTo>
                    <a:pt x="0" y="0"/>
                  </a:lnTo>
                  <a:lnTo>
                    <a:pt x="0" y="41529"/>
                  </a:lnTo>
                  <a:lnTo>
                    <a:pt x="41529" y="41529"/>
                  </a:lnTo>
                  <a:lnTo>
                    <a:pt x="41529" y="0"/>
                  </a:lnTo>
                  <a:close/>
                </a:path>
              </a:pathLst>
            </a:custGeom>
            <a:solidFill>
              <a:srgbClr val="FFFFFF"/>
            </a:solidFill>
          </p:spPr>
        </p:sp>
      </p:grpSp>
      <p:sp>
        <p:nvSpPr>
          <p:cNvPr id="32" name="Freeform 32"/>
          <p:cNvSpPr/>
          <p:nvPr/>
        </p:nvSpPr>
        <p:spPr>
          <a:xfrm>
            <a:off x="16947701" y="1390593"/>
            <a:ext cx="135917" cy="134319"/>
          </a:xfrm>
          <a:custGeom>
            <a:avLst/>
            <a:gdLst/>
            <a:ahLst/>
            <a:cxnLst/>
            <a:rect l="l" t="t" r="r" b="b"/>
            <a:pathLst>
              <a:path w="135917" h="134319">
                <a:moveTo>
                  <a:pt x="0" y="0"/>
                </a:moveTo>
                <a:lnTo>
                  <a:pt x="135917" y="0"/>
                </a:lnTo>
                <a:lnTo>
                  <a:pt x="135917" y="134319"/>
                </a:lnTo>
                <a:lnTo>
                  <a:pt x="0" y="134319"/>
                </a:lnTo>
                <a:lnTo>
                  <a:pt x="0" y="0"/>
                </a:lnTo>
                <a:close/>
              </a:path>
            </a:pathLst>
          </a:custGeom>
          <a:blipFill>
            <a:blip r:embed="rId20"/>
            <a:stretch>
              <a:fillRect t="-594" b="-594"/>
            </a:stretch>
          </a:blipFill>
        </p:spPr>
      </p:sp>
      <p:grpSp>
        <p:nvGrpSpPr>
          <p:cNvPr id="33" name="Group 33"/>
          <p:cNvGrpSpPr/>
          <p:nvPr/>
        </p:nvGrpSpPr>
        <p:grpSpPr>
          <a:xfrm>
            <a:off x="16209922" y="1570445"/>
            <a:ext cx="1592580" cy="157480"/>
            <a:chOff x="0" y="0"/>
            <a:chExt cx="2123440" cy="209973"/>
          </a:xfrm>
        </p:grpSpPr>
        <p:sp>
          <p:nvSpPr>
            <p:cNvPr id="34" name="Freeform 34"/>
            <p:cNvSpPr/>
            <p:nvPr/>
          </p:nvSpPr>
          <p:spPr>
            <a:xfrm>
              <a:off x="0" y="0"/>
              <a:ext cx="2123440" cy="209973"/>
            </a:xfrm>
            <a:custGeom>
              <a:avLst/>
              <a:gdLst/>
              <a:ahLst/>
              <a:cxnLst/>
              <a:rect l="l" t="t" r="r" b="b"/>
              <a:pathLst>
                <a:path w="2123440" h="209973">
                  <a:moveTo>
                    <a:pt x="0" y="0"/>
                  </a:moveTo>
                  <a:lnTo>
                    <a:pt x="2123440" y="0"/>
                  </a:lnTo>
                  <a:lnTo>
                    <a:pt x="2123440" y="209973"/>
                  </a:lnTo>
                  <a:lnTo>
                    <a:pt x="0" y="209973"/>
                  </a:lnTo>
                  <a:close/>
                </a:path>
              </a:pathLst>
            </a:custGeom>
          </p:spPr>
        </p:sp>
        <p:sp>
          <p:nvSpPr>
            <p:cNvPr id="35" name="TextBox 35"/>
            <p:cNvSpPr txBox="1"/>
            <p:nvPr/>
          </p:nvSpPr>
          <p:spPr>
            <a:xfrm>
              <a:off x="0" y="-9525"/>
              <a:ext cx="2123440" cy="219498"/>
            </a:xfrm>
            <a:prstGeom prst="rect">
              <a:avLst/>
            </a:prstGeom>
          </p:spPr>
          <p:txBody>
            <a:bodyPr lIns="0" tIns="0" rIns="0" bIns="0" rtlCol="0" anchor="t"/>
            <a:lstStyle/>
            <a:p>
              <a:pPr algn="l">
                <a:lnSpc>
                  <a:spcPts val="1019"/>
                </a:lnSpc>
              </a:pPr>
              <a:r>
                <a:rPr lang="en-US" sz="850" b="1" spc="-55">
                  <a:solidFill>
                    <a:srgbClr val="FFFFFF"/>
                  </a:solidFill>
                  <a:latin typeface="Tahoma Bold"/>
                  <a:ea typeface="Tahoma Bold"/>
                  <a:cs typeface="Tahoma Bold"/>
                  <a:sym typeface="Tahoma Bold"/>
                </a:rPr>
                <a:t>Forum Of Data Science Engineers</a:t>
              </a:r>
            </a:p>
          </p:txBody>
        </p:sp>
      </p:grpSp>
      <p:grpSp>
        <p:nvGrpSpPr>
          <p:cNvPr id="36" name="Group 36"/>
          <p:cNvGrpSpPr/>
          <p:nvPr/>
        </p:nvGrpSpPr>
        <p:grpSpPr>
          <a:xfrm>
            <a:off x="1016000" y="276291"/>
            <a:ext cx="11351260" cy="926973"/>
            <a:chOff x="0" y="0"/>
            <a:chExt cx="15135013" cy="1235964"/>
          </a:xfrm>
        </p:grpSpPr>
        <p:sp>
          <p:nvSpPr>
            <p:cNvPr id="37" name="Freeform 37"/>
            <p:cNvSpPr/>
            <p:nvPr/>
          </p:nvSpPr>
          <p:spPr>
            <a:xfrm>
              <a:off x="0" y="0"/>
              <a:ext cx="15135014" cy="1235964"/>
            </a:xfrm>
            <a:custGeom>
              <a:avLst/>
              <a:gdLst/>
              <a:ahLst/>
              <a:cxnLst/>
              <a:rect l="l" t="t" r="r" b="b"/>
              <a:pathLst>
                <a:path w="15135014" h="1235964">
                  <a:moveTo>
                    <a:pt x="0" y="0"/>
                  </a:moveTo>
                  <a:lnTo>
                    <a:pt x="15135014" y="0"/>
                  </a:lnTo>
                  <a:lnTo>
                    <a:pt x="15135014" y="1235964"/>
                  </a:lnTo>
                  <a:lnTo>
                    <a:pt x="0" y="1235964"/>
                  </a:lnTo>
                  <a:close/>
                </a:path>
              </a:pathLst>
            </a:custGeom>
          </p:spPr>
        </p:sp>
        <p:sp>
          <p:nvSpPr>
            <p:cNvPr id="38" name="TextBox 38"/>
            <p:cNvSpPr txBox="1"/>
            <p:nvPr/>
          </p:nvSpPr>
          <p:spPr>
            <a:xfrm>
              <a:off x="0" y="-9525"/>
              <a:ext cx="15135013" cy="1245489"/>
            </a:xfrm>
            <a:prstGeom prst="rect">
              <a:avLst/>
            </a:prstGeom>
          </p:spPr>
          <p:txBody>
            <a:bodyPr lIns="0" tIns="0" rIns="0" bIns="0" rtlCol="0" anchor="t"/>
            <a:lstStyle/>
            <a:p>
              <a:pPr algn="l">
                <a:lnSpc>
                  <a:spcPts val="6120"/>
                </a:lnSpc>
              </a:pPr>
              <a:r>
                <a:rPr lang="en-US" sz="5100" b="1" spc="340">
                  <a:solidFill>
                    <a:srgbClr val="FFFFFF"/>
                  </a:solidFill>
                  <a:latin typeface="Atkinson Hyperlegible Bold"/>
                  <a:ea typeface="Atkinson Hyperlegible Bold"/>
                  <a:cs typeface="Atkinson Hyperlegible Bold"/>
                  <a:sym typeface="Atkinson Hyperlegible Bold"/>
                </a:rPr>
                <a:t>FLOW DIAGRAM</a:t>
              </a:r>
            </a:p>
          </p:txBody>
        </p:sp>
      </p:grpSp>
      <p:sp>
        <p:nvSpPr>
          <p:cNvPr id="39" name="Freeform 39"/>
          <p:cNvSpPr/>
          <p:nvPr/>
        </p:nvSpPr>
        <p:spPr>
          <a:xfrm>
            <a:off x="13399418" y="8565193"/>
            <a:ext cx="4888580" cy="1721806"/>
          </a:xfrm>
          <a:custGeom>
            <a:avLst/>
            <a:gdLst/>
            <a:ahLst/>
            <a:cxnLst/>
            <a:rect l="l" t="t" r="r" b="b"/>
            <a:pathLst>
              <a:path w="4888580" h="1721806">
                <a:moveTo>
                  <a:pt x="0" y="0"/>
                </a:moveTo>
                <a:lnTo>
                  <a:pt x="4888580" y="0"/>
                </a:lnTo>
                <a:lnTo>
                  <a:pt x="4888580" y="1721806"/>
                </a:lnTo>
                <a:lnTo>
                  <a:pt x="0" y="1721806"/>
                </a:lnTo>
                <a:lnTo>
                  <a:pt x="0" y="0"/>
                </a:lnTo>
                <a:close/>
              </a:path>
            </a:pathLst>
          </a:custGeom>
          <a:blipFill>
            <a:blip r:embed="rId21"/>
            <a:stretch>
              <a:fillRect/>
            </a:stretch>
          </a:blipFill>
        </p:spPr>
      </p:sp>
      <p:pic>
        <p:nvPicPr>
          <p:cNvPr id="41" name="Picture 40">
            <a:extLst>
              <a:ext uri="{FF2B5EF4-FFF2-40B4-BE49-F238E27FC236}">
                <a16:creationId xmlns:a16="http://schemas.microsoft.com/office/drawing/2014/main" id="{A3FD3C0D-596C-D9F4-D2E5-A015C9DDC9E5}"/>
              </a:ext>
            </a:extLst>
          </p:cNvPr>
          <p:cNvPicPr>
            <a:picLocks noChangeAspect="1"/>
          </p:cNvPicPr>
          <p:nvPr/>
        </p:nvPicPr>
        <p:blipFill>
          <a:blip r:embed="rId22">
            <a:extLst>
              <a:ext uri="{28A0092B-C50C-407E-A947-70E740481C1C}">
                <a14:useLocalDpi xmlns:a14="http://schemas.microsoft.com/office/drawing/2010/main" val="0"/>
              </a:ext>
            </a:extLst>
          </a:blip>
          <a:stretch>
            <a:fillRect/>
          </a:stretch>
        </p:blipFill>
        <p:spPr>
          <a:xfrm>
            <a:off x="5029201" y="732518"/>
            <a:ext cx="8656484" cy="9234338"/>
          </a:xfrm>
          <a:prstGeom prst="rect">
            <a:avLst/>
          </a:prstGeom>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2"/>
            <a:stretch>
              <a:fillRect t="-128765" r="-84"/>
            </a:stretch>
          </a:blipFill>
        </p:spPr>
      </p:sp>
      <p:sp>
        <p:nvSpPr>
          <p:cNvPr id="3" name="Freeform 3"/>
          <p:cNvSpPr/>
          <p:nvPr/>
        </p:nvSpPr>
        <p:spPr>
          <a:xfrm>
            <a:off x="1028700" y="9013461"/>
            <a:ext cx="1847849" cy="962024"/>
          </a:xfrm>
          <a:custGeom>
            <a:avLst/>
            <a:gdLst/>
            <a:ahLst/>
            <a:cxnLst/>
            <a:rect l="l" t="t" r="r" b="b"/>
            <a:pathLst>
              <a:path w="1847849" h="962024">
                <a:moveTo>
                  <a:pt x="0" y="0"/>
                </a:moveTo>
                <a:lnTo>
                  <a:pt x="1847849" y="0"/>
                </a:lnTo>
                <a:lnTo>
                  <a:pt x="1847849" y="962024"/>
                </a:lnTo>
                <a:lnTo>
                  <a:pt x="0" y="962024"/>
                </a:lnTo>
                <a:lnTo>
                  <a:pt x="0" y="0"/>
                </a:lnTo>
                <a:close/>
              </a:path>
            </a:pathLst>
          </a:custGeom>
          <a:blipFill>
            <a:blip r:embed="rId3"/>
            <a:stretch>
              <a:fillRect t="-107" b="-107"/>
            </a:stretch>
          </a:blipFill>
        </p:spPr>
      </p:sp>
      <p:grpSp>
        <p:nvGrpSpPr>
          <p:cNvPr id="4" name="Group 4"/>
          <p:cNvGrpSpPr/>
          <p:nvPr/>
        </p:nvGrpSpPr>
        <p:grpSpPr>
          <a:xfrm>
            <a:off x="16423285" y="1390609"/>
            <a:ext cx="275590" cy="78740"/>
            <a:chOff x="0" y="0"/>
            <a:chExt cx="367453" cy="104987"/>
          </a:xfrm>
        </p:grpSpPr>
        <p:sp>
          <p:nvSpPr>
            <p:cNvPr id="5" name="Freeform 5"/>
            <p:cNvSpPr/>
            <p:nvPr/>
          </p:nvSpPr>
          <p:spPr>
            <a:xfrm>
              <a:off x="0" y="0"/>
              <a:ext cx="366776" cy="104394"/>
            </a:xfrm>
            <a:custGeom>
              <a:avLst/>
              <a:gdLst/>
              <a:ahLst/>
              <a:cxnLst/>
              <a:rect l="l" t="t" r="r" b="b"/>
              <a:pathLst>
                <a:path w="366776" h="104394">
                  <a:moveTo>
                    <a:pt x="112522" y="104267"/>
                  </a:moveTo>
                  <a:lnTo>
                    <a:pt x="48895" y="101346"/>
                  </a:lnTo>
                  <a:lnTo>
                    <a:pt x="11938" y="94234"/>
                  </a:lnTo>
                  <a:lnTo>
                    <a:pt x="0" y="90297"/>
                  </a:lnTo>
                  <a:lnTo>
                    <a:pt x="15748" y="77851"/>
                  </a:lnTo>
                  <a:lnTo>
                    <a:pt x="57277" y="49911"/>
                  </a:lnTo>
                  <a:lnTo>
                    <a:pt x="115824" y="20447"/>
                  </a:lnTo>
                  <a:lnTo>
                    <a:pt x="182880" y="3556"/>
                  </a:lnTo>
                  <a:lnTo>
                    <a:pt x="250063" y="0"/>
                  </a:lnTo>
                  <a:lnTo>
                    <a:pt x="308991" y="0"/>
                  </a:lnTo>
                  <a:lnTo>
                    <a:pt x="350774" y="1524"/>
                  </a:lnTo>
                  <a:lnTo>
                    <a:pt x="366776" y="2540"/>
                  </a:lnTo>
                  <a:lnTo>
                    <a:pt x="361315" y="14097"/>
                  </a:lnTo>
                  <a:lnTo>
                    <a:pt x="338836" y="41148"/>
                  </a:lnTo>
                  <a:lnTo>
                    <a:pt x="289560" y="72136"/>
                  </a:lnTo>
                  <a:lnTo>
                    <a:pt x="204343" y="96012"/>
                  </a:lnTo>
                  <a:lnTo>
                    <a:pt x="112522" y="104394"/>
                  </a:lnTo>
                  <a:close/>
                </a:path>
              </a:pathLst>
            </a:custGeom>
            <a:solidFill>
              <a:srgbClr val="FFFFFF"/>
            </a:solidFill>
          </p:spPr>
        </p:sp>
      </p:grpSp>
      <p:sp>
        <p:nvSpPr>
          <p:cNvPr id="6" name="Freeform 6"/>
          <p:cNvSpPr/>
          <p:nvPr/>
        </p:nvSpPr>
        <p:spPr>
          <a:xfrm>
            <a:off x="16469713" y="1223585"/>
            <a:ext cx="228624" cy="168915"/>
          </a:xfrm>
          <a:custGeom>
            <a:avLst/>
            <a:gdLst/>
            <a:ahLst/>
            <a:cxnLst/>
            <a:rect l="l" t="t" r="r" b="b"/>
            <a:pathLst>
              <a:path w="228624" h="168915">
                <a:moveTo>
                  <a:pt x="0" y="0"/>
                </a:moveTo>
                <a:lnTo>
                  <a:pt x="228624" y="0"/>
                </a:lnTo>
                <a:lnTo>
                  <a:pt x="228624" y="168915"/>
                </a:lnTo>
                <a:lnTo>
                  <a:pt x="0" y="168915"/>
                </a:lnTo>
                <a:lnTo>
                  <a:pt x="0" y="0"/>
                </a:lnTo>
                <a:close/>
              </a:path>
            </a:pathLst>
          </a:custGeom>
          <a:blipFill>
            <a:blip r:embed="rId4"/>
            <a:stretch>
              <a:fillRect l="-662" r="-662"/>
            </a:stretch>
          </a:blipFill>
        </p:spPr>
      </p:sp>
      <p:grpSp>
        <p:nvGrpSpPr>
          <p:cNvPr id="7" name="Group 7"/>
          <p:cNvGrpSpPr/>
          <p:nvPr/>
        </p:nvGrpSpPr>
        <p:grpSpPr>
          <a:xfrm>
            <a:off x="16288898" y="1340965"/>
            <a:ext cx="281305" cy="67310"/>
            <a:chOff x="0" y="0"/>
            <a:chExt cx="375073" cy="89747"/>
          </a:xfrm>
        </p:grpSpPr>
        <p:sp>
          <p:nvSpPr>
            <p:cNvPr id="8" name="Freeform 8"/>
            <p:cNvSpPr/>
            <p:nvPr/>
          </p:nvSpPr>
          <p:spPr>
            <a:xfrm>
              <a:off x="0" y="0"/>
              <a:ext cx="374269" cy="89662"/>
            </a:xfrm>
            <a:custGeom>
              <a:avLst/>
              <a:gdLst/>
              <a:ahLst/>
              <a:cxnLst/>
              <a:rect l="l" t="t" r="r" b="b"/>
              <a:pathLst>
                <a:path w="374269" h="89662">
                  <a:moveTo>
                    <a:pt x="199898" y="89662"/>
                  </a:moveTo>
                  <a:lnTo>
                    <a:pt x="119253" y="88265"/>
                  </a:lnTo>
                  <a:lnTo>
                    <a:pt x="56007" y="79883"/>
                  </a:lnTo>
                  <a:lnTo>
                    <a:pt x="14732" y="70485"/>
                  </a:lnTo>
                  <a:lnTo>
                    <a:pt x="0" y="66040"/>
                  </a:lnTo>
                  <a:lnTo>
                    <a:pt x="14224" y="56388"/>
                  </a:lnTo>
                  <a:lnTo>
                    <a:pt x="53848" y="34925"/>
                  </a:lnTo>
                  <a:lnTo>
                    <a:pt x="113919" y="12446"/>
                  </a:lnTo>
                  <a:lnTo>
                    <a:pt x="189992" y="0"/>
                  </a:lnTo>
                  <a:lnTo>
                    <a:pt x="265176" y="1651"/>
                  </a:lnTo>
                  <a:lnTo>
                    <a:pt x="323342" y="10287"/>
                  </a:lnTo>
                  <a:lnTo>
                    <a:pt x="360934" y="19812"/>
                  </a:lnTo>
                  <a:lnTo>
                    <a:pt x="374269" y="24384"/>
                  </a:lnTo>
                  <a:lnTo>
                    <a:pt x="363474" y="33782"/>
                  </a:lnTo>
                  <a:lnTo>
                    <a:pt x="330962" y="54991"/>
                  </a:lnTo>
                  <a:lnTo>
                    <a:pt x="276479" y="77216"/>
                  </a:lnTo>
                  <a:lnTo>
                    <a:pt x="199898" y="89662"/>
                  </a:lnTo>
                  <a:close/>
                </a:path>
              </a:pathLst>
            </a:custGeom>
            <a:solidFill>
              <a:srgbClr val="FFFFFF"/>
            </a:solidFill>
          </p:spPr>
        </p:sp>
      </p:grpSp>
      <p:sp>
        <p:nvSpPr>
          <p:cNvPr id="9" name="Freeform 9"/>
          <p:cNvSpPr/>
          <p:nvPr/>
        </p:nvSpPr>
        <p:spPr>
          <a:xfrm>
            <a:off x="16304772" y="1079767"/>
            <a:ext cx="161462" cy="231707"/>
          </a:xfrm>
          <a:custGeom>
            <a:avLst/>
            <a:gdLst/>
            <a:ahLst/>
            <a:cxnLst/>
            <a:rect l="l" t="t" r="r" b="b"/>
            <a:pathLst>
              <a:path w="161462" h="231707">
                <a:moveTo>
                  <a:pt x="0" y="0"/>
                </a:moveTo>
                <a:lnTo>
                  <a:pt x="161462" y="0"/>
                </a:lnTo>
                <a:lnTo>
                  <a:pt x="161462" y="231707"/>
                </a:lnTo>
                <a:lnTo>
                  <a:pt x="0" y="231707"/>
                </a:lnTo>
                <a:lnTo>
                  <a:pt x="0" y="0"/>
                </a:lnTo>
                <a:close/>
              </a:path>
            </a:pathLst>
          </a:custGeom>
          <a:blipFill>
            <a:blip r:embed="rId5"/>
            <a:stretch>
              <a:fillRect t="-679" b="-679"/>
            </a:stretch>
          </a:blipFill>
        </p:spPr>
      </p:sp>
      <p:grpSp>
        <p:nvGrpSpPr>
          <p:cNvPr id="10" name="Group 10"/>
          <p:cNvGrpSpPr/>
          <p:nvPr/>
        </p:nvGrpSpPr>
        <p:grpSpPr>
          <a:xfrm>
            <a:off x="16144541" y="1251566"/>
            <a:ext cx="280670" cy="76200"/>
            <a:chOff x="0" y="0"/>
            <a:chExt cx="374227" cy="101600"/>
          </a:xfrm>
        </p:grpSpPr>
        <p:sp>
          <p:nvSpPr>
            <p:cNvPr id="11" name="Freeform 11"/>
            <p:cNvSpPr/>
            <p:nvPr/>
          </p:nvSpPr>
          <p:spPr>
            <a:xfrm>
              <a:off x="0" y="0"/>
              <a:ext cx="373507" cy="100965"/>
            </a:xfrm>
            <a:custGeom>
              <a:avLst/>
              <a:gdLst/>
              <a:ahLst/>
              <a:cxnLst/>
              <a:rect l="l" t="t" r="r" b="b"/>
              <a:pathLst>
                <a:path w="373507" h="100965">
                  <a:moveTo>
                    <a:pt x="266192" y="100965"/>
                  </a:moveTo>
                  <a:lnTo>
                    <a:pt x="188849" y="95123"/>
                  </a:lnTo>
                  <a:lnTo>
                    <a:pt x="110744" y="74930"/>
                  </a:lnTo>
                  <a:lnTo>
                    <a:pt x="51308" y="51943"/>
                  </a:lnTo>
                  <a:lnTo>
                    <a:pt x="0" y="25400"/>
                  </a:lnTo>
                  <a:lnTo>
                    <a:pt x="16129" y="19431"/>
                  </a:lnTo>
                  <a:lnTo>
                    <a:pt x="59563" y="7747"/>
                  </a:lnTo>
                  <a:lnTo>
                    <a:pt x="123317" y="0"/>
                  </a:lnTo>
                  <a:lnTo>
                    <a:pt x="200152" y="5715"/>
                  </a:lnTo>
                  <a:lnTo>
                    <a:pt x="272796" y="24892"/>
                  </a:lnTo>
                  <a:lnTo>
                    <a:pt x="327279" y="46863"/>
                  </a:lnTo>
                  <a:lnTo>
                    <a:pt x="361569" y="65024"/>
                  </a:lnTo>
                  <a:lnTo>
                    <a:pt x="373507" y="72517"/>
                  </a:lnTo>
                  <a:lnTo>
                    <a:pt x="360807" y="79121"/>
                  </a:lnTo>
                  <a:lnTo>
                    <a:pt x="324231" y="92075"/>
                  </a:lnTo>
                  <a:lnTo>
                    <a:pt x="266065" y="100965"/>
                  </a:lnTo>
                  <a:close/>
                </a:path>
              </a:pathLst>
            </a:custGeom>
            <a:solidFill>
              <a:srgbClr val="FFFFFF"/>
            </a:solidFill>
          </p:spPr>
        </p:sp>
      </p:grpSp>
      <p:sp>
        <p:nvSpPr>
          <p:cNvPr id="12" name="Freeform 12"/>
          <p:cNvSpPr/>
          <p:nvPr/>
        </p:nvSpPr>
        <p:spPr>
          <a:xfrm>
            <a:off x="16106052" y="1104701"/>
            <a:ext cx="244782" cy="141776"/>
          </a:xfrm>
          <a:custGeom>
            <a:avLst/>
            <a:gdLst/>
            <a:ahLst/>
            <a:cxnLst/>
            <a:rect l="l" t="t" r="r" b="b"/>
            <a:pathLst>
              <a:path w="244782" h="141776">
                <a:moveTo>
                  <a:pt x="0" y="0"/>
                </a:moveTo>
                <a:lnTo>
                  <a:pt x="244782" y="0"/>
                </a:lnTo>
                <a:lnTo>
                  <a:pt x="244782" y="141776"/>
                </a:lnTo>
                <a:lnTo>
                  <a:pt x="0" y="141776"/>
                </a:lnTo>
                <a:lnTo>
                  <a:pt x="0" y="0"/>
                </a:lnTo>
                <a:close/>
              </a:path>
            </a:pathLst>
          </a:custGeom>
          <a:blipFill>
            <a:blip r:embed="rId6"/>
            <a:stretch>
              <a:fillRect t="-780" b="-780"/>
            </a:stretch>
          </a:blipFill>
        </p:spPr>
      </p:sp>
      <p:sp>
        <p:nvSpPr>
          <p:cNvPr id="13" name="Freeform 13"/>
          <p:cNvSpPr/>
          <p:nvPr/>
        </p:nvSpPr>
        <p:spPr>
          <a:xfrm>
            <a:off x="16019856" y="339559"/>
            <a:ext cx="393700" cy="802640"/>
          </a:xfrm>
          <a:custGeom>
            <a:avLst/>
            <a:gdLst/>
            <a:ahLst/>
            <a:cxnLst/>
            <a:rect l="l" t="t" r="r" b="b"/>
            <a:pathLst>
              <a:path w="393700" h="802640">
                <a:moveTo>
                  <a:pt x="0" y="0"/>
                </a:moveTo>
                <a:lnTo>
                  <a:pt x="393700" y="0"/>
                </a:lnTo>
                <a:lnTo>
                  <a:pt x="393700" y="802640"/>
                </a:lnTo>
                <a:lnTo>
                  <a:pt x="0" y="802640"/>
                </a:lnTo>
                <a:lnTo>
                  <a:pt x="0" y="0"/>
                </a:lnTo>
                <a:close/>
              </a:path>
            </a:pathLst>
          </a:custGeom>
          <a:blipFill>
            <a:blip r:embed="rId7">
              <a:extLst>
                <a:ext uri="{96DAC541-7B7A-43D3-8B79-37D633B846F1}">
                  <asvg:svgBlip xmlns:asvg="http://schemas.microsoft.com/office/drawing/2016/SVG/main" r:embed="rId8"/>
                </a:ext>
              </a:extLst>
            </a:blip>
            <a:stretch>
              <a:fillRect/>
            </a:stretch>
          </a:blipFill>
        </p:spPr>
      </p:sp>
      <p:sp>
        <p:nvSpPr>
          <p:cNvPr id="14" name="Freeform 14"/>
          <p:cNvSpPr/>
          <p:nvPr/>
        </p:nvSpPr>
        <p:spPr>
          <a:xfrm>
            <a:off x="16594649" y="1425631"/>
            <a:ext cx="112653" cy="126308"/>
          </a:xfrm>
          <a:custGeom>
            <a:avLst/>
            <a:gdLst/>
            <a:ahLst/>
            <a:cxnLst/>
            <a:rect l="l" t="t" r="r" b="b"/>
            <a:pathLst>
              <a:path w="112653" h="126308">
                <a:moveTo>
                  <a:pt x="0" y="0"/>
                </a:moveTo>
                <a:lnTo>
                  <a:pt x="112653" y="0"/>
                </a:lnTo>
                <a:lnTo>
                  <a:pt x="112653" y="126308"/>
                </a:lnTo>
                <a:lnTo>
                  <a:pt x="0" y="126308"/>
                </a:lnTo>
                <a:lnTo>
                  <a:pt x="0" y="0"/>
                </a:lnTo>
                <a:close/>
              </a:path>
            </a:pathLst>
          </a:custGeom>
          <a:blipFill>
            <a:blip r:embed="rId9"/>
            <a:stretch>
              <a:fillRect t="-168" b="-168"/>
            </a:stretch>
          </a:blipFill>
        </p:spPr>
      </p:sp>
      <p:sp>
        <p:nvSpPr>
          <p:cNvPr id="15" name="Freeform 15"/>
          <p:cNvSpPr/>
          <p:nvPr/>
        </p:nvSpPr>
        <p:spPr>
          <a:xfrm>
            <a:off x="16480534" y="758952"/>
            <a:ext cx="259079" cy="414527"/>
          </a:xfrm>
          <a:custGeom>
            <a:avLst/>
            <a:gdLst/>
            <a:ahLst/>
            <a:cxnLst/>
            <a:rect l="l" t="t" r="r" b="b"/>
            <a:pathLst>
              <a:path w="259079" h="414527">
                <a:moveTo>
                  <a:pt x="0" y="0"/>
                </a:moveTo>
                <a:lnTo>
                  <a:pt x="259079" y="0"/>
                </a:lnTo>
                <a:lnTo>
                  <a:pt x="259079" y="414527"/>
                </a:lnTo>
                <a:lnTo>
                  <a:pt x="0" y="414527"/>
                </a:lnTo>
                <a:lnTo>
                  <a:pt x="0" y="0"/>
                </a:lnTo>
                <a:close/>
              </a:path>
            </a:pathLst>
          </a:custGeom>
          <a:blipFill>
            <a:blip r:embed="rId10"/>
            <a:stretch>
              <a:fillRect/>
            </a:stretch>
          </a:blipFill>
        </p:spPr>
      </p:sp>
      <p:sp>
        <p:nvSpPr>
          <p:cNvPr id="16" name="Freeform 16"/>
          <p:cNvSpPr/>
          <p:nvPr/>
        </p:nvSpPr>
        <p:spPr>
          <a:xfrm>
            <a:off x="16424389" y="792619"/>
            <a:ext cx="151765" cy="323850"/>
          </a:xfrm>
          <a:custGeom>
            <a:avLst/>
            <a:gdLst/>
            <a:ahLst/>
            <a:cxnLst/>
            <a:rect l="l" t="t" r="r" b="b"/>
            <a:pathLst>
              <a:path w="151765" h="323850">
                <a:moveTo>
                  <a:pt x="0" y="0"/>
                </a:moveTo>
                <a:lnTo>
                  <a:pt x="151765" y="0"/>
                </a:lnTo>
                <a:lnTo>
                  <a:pt x="151765" y="323850"/>
                </a:lnTo>
                <a:lnTo>
                  <a:pt x="0" y="323850"/>
                </a:lnTo>
                <a:lnTo>
                  <a:pt x="0" y="0"/>
                </a:lnTo>
                <a:close/>
              </a:path>
            </a:pathLst>
          </a:custGeom>
          <a:blipFill>
            <a:blip r:embed="rId11">
              <a:extLst>
                <a:ext uri="{96DAC541-7B7A-43D3-8B79-37D633B846F1}">
                  <asvg:svgBlip xmlns:asvg="http://schemas.microsoft.com/office/drawing/2016/SVG/main" r:embed="rId12"/>
                </a:ext>
              </a:extLst>
            </a:blip>
            <a:stretch>
              <a:fillRect/>
            </a:stretch>
          </a:blipFill>
        </p:spPr>
      </p:sp>
      <p:sp>
        <p:nvSpPr>
          <p:cNvPr id="17" name="Freeform 17"/>
          <p:cNvSpPr/>
          <p:nvPr/>
        </p:nvSpPr>
        <p:spPr>
          <a:xfrm>
            <a:off x="16669510" y="755904"/>
            <a:ext cx="999743" cy="384047"/>
          </a:xfrm>
          <a:custGeom>
            <a:avLst/>
            <a:gdLst/>
            <a:ahLst/>
            <a:cxnLst/>
            <a:rect l="l" t="t" r="r" b="b"/>
            <a:pathLst>
              <a:path w="999743" h="384047">
                <a:moveTo>
                  <a:pt x="0" y="0"/>
                </a:moveTo>
                <a:lnTo>
                  <a:pt x="999743" y="0"/>
                </a:lnTo>
                <a:lnTo>
                  <a:pt x="999743" y="384047"/>
                </a:lnTo>
                <a:lnTo>
                  <a:pt x="0" y="384047"/>
                </a:lnTo>
                <a:lnTo>
                  <a:pt x="0" y="0"/>
                </a:lnTo>
                <a:close/>
              </a:path>
            </a:pathLst>
          </a:custGeom>
          <a:blipFill>
            <a:blip r:embed="rId13"/>
            <a:stretch>
              <a:fillRect/>
            </a:stretch>
          </a:blipFill>
        </p:spPr>
      </p:sp>
      <p:grpSp>
        <p:nvGrpSpPr>
          <p:cNvPr id="18" name="Group 18"/>
          <p:cNvGrpSpPr/>
          <p:nvPr/>
        </p:nvGrpSpPr>
        <p:grpSpPr>
          <a:xfrm>
            <a:off x="17330812" y="1389182"/>
            <a:ext cx="274955" cy="79375"/>
            <a:chOff x="0" y="0"/>
            <a:chExt cx="366607" cy="105833"/>
          </a:xfrm>
        </p:grpSpPr>
        <p:sp>
          <p:nvSpPr>
            <p:cNvPr id="19" name="Freeform 19"/>
            <p:cNvSpPr/>
            <p:nvPr/>
          </p:nvSpPr>
          <p:spPr>
            <a:xfrm>
              <a:off x="0" y="0"/>
              <a:ext cx="366268" cy="105283"/>
            </a:xfrm>
            <a:custGeom>
              <a:avLst/>
              <a:gdLst/>
              <a:ahLst/>
              <a:cxnLst/>
              <a:rect l="l" t="t" r="r" b="b"/>
              <a:pathLst>
                <a:path w="366268" h="105283">
                  <a:moveTo>
                    <a:pt x="253746" y="105283"/>
                  </a:moveTo>
                  <a:lnTo>
                    <a:pt x="317373" y="102616"/>
                  </a:lnTo>
                  <a:lnTo>
                    <a:pt x="354330" y="95758"/>
                  </a:lnTo>
                  <a:lnTo>
                    <a:pt x="366268" y="91821"/>
                  </a:lnTo>
                  <a:lnTo>
                    <a:pt x="350520" y="79375"/>
                  </a:lnTo>
                  <a:lnTo>
                    <a:pt x="250698" y="21590"/>
                  </a:lnTo>
                  <a:lnTo>
                    <a:pt x="183896" y="4191"/>
                  </a:lnTo>
                  <a:lnTo>
                    <a:pt x="116713" y="254"/>
                  </a:lnTo>
                  <a:lnTo>
                    <a:pt x="57785" y="0"/>
                  </a:lnTo>
                  <a:lnTo>
                    <a:pt x="15875" y="1270"/>
                  </a:lnTo>
                  <a:lnTo>
                    <a:pt x="0" y="2159"/>
                  </a:lnTo>
                  <a:lnTo>
                    <a:pt x="5334" y="13716"/>
                  </a:lnTo>
                  <a:lnTo>
                    <a:pt x="27813" y="40894"/>
                  </a:lnTo>
                  <a:lnTo>
                    <a:pt x="76708" y="72263"/>
                  </a:lnTo>
                  <a:lnTo>
                    <a:pt x="161925" y="96520"/>
                  </a:lnTo>
                  <a:lnTo>
                    <a:pt x="253746" y="105283"/>
                  </a:lnTo>
                  <a:close/>
                </a:path>
              </a:pathLst>
            </a:custGeom>
            <a:solidFill>
              <a:srgbClr val="FFFFFF"/>
            </a:solidFill>
          </p:spPr>
        </p:sp>
      </p:grpSp>
      <p:sp>
        <p:nvSpPr>
          <p:cNvPr id="20" name="Freeform 20"/>
          <p:cNvSpPr/>
          <p:nvPr/>
        </p:nvSpPr>
        <p:spPr>
          <a:xfrm>
            <a:off x="17330812" y="1223064"/>
            <a:ext cx="229460" cy="167778"/>
          </a:xfrm>
          <a:custGeom>
            <a:avLst/>
            <a:gdLst/>
            <a:ahLst/>
            <a:cxnLst/>
            <a:rect l="l" t="t" r="r" b="b"/>
            <a:pathLst>
              <a:path w="229460" h="167778">
                <a:moveTo>
                  <a:pt x="0" y="0"/>
                </a:moveTo>
                <a:lnTo>
                  <a:pt x="229460" y="0"/>
                </a:lnTo>
                <a:lnTo>
                  <a:pt x="229460" y="167778"/>
                </a:lnTo>
                <a:lnTo>
                  <a:pt x="0" y="167778"/>
                </a:lnTo>
                <a:lnTo>
                  <a:pt x="0" y="0"/>
                </a:lnTo>
                <a:close/>
              </a:path>
            </a:pathLst>
          </a:custGeom>
          <a:blipFill>
            <a:blip r:embed="rId14"/>
            <a:stretch>
              <a:fillRect l="-138" r="-138"/>
            </a:stretch>
          </a:blipFill>
        </p:spPr>
      </p:sp>
      <p:grpSp>
        <p:nvGrpSpPr>
          <p:cNvPr id="21" name="Group 21"/>
          <p:cNvGrpSpPr/>
          <p:nvPr/>
        </p:nvGrpSpPr>
        <p:grpSpPr>
          <a:xfrm>
            <a:off x="17459738" y="1340632"/>
            <a:ext cx="280670" cy="67310"/>
            <a:chOff x="0" y="0"/>
            <a:chExt cx="374227" cy="89747"/>
          </a:xfrm>
        </p:grpSpPr>
        <p:sp>
          <p:nvSpPr>
            <p:cNvPr id="22" name="Freeform 22"/>
            <p:cNvSpPr/>
            <p:nvPr/>
          </p:nvSpPr>
          <p:spPr>
            <a:xfrm>
              <a:off x="0" y="0"/>
              <a:ext cx="374015" cy="89535"/>
            </a:xfrm>
            <a:custGeom>
              <a:avLst/>
              <a:gdLst/>
              <a:ahLst/>
              <a:cxnLst/>
              <a:rect l="l" t="t" r="r" b="b"/>
              <a:pathLst>
                <a:path w="374015" h="89535">
                  <a:moveTo>
                    <a:pt x="173990" y="89535"/>
                  </a:moveTo>
                  <a:lnTo>
                    <a:pt x="254635" y="88519"/>
                  </a:lnTo>
                  <a:lnTo>
                    <a:pt x="317881" y="80518"/>
                  </a:lnTo>
                  <a:lnTo>
                    <a:pt x="359156" y="71374"/>
                  </a:lnTo>
                  <a:lnTo>
                    <a:pt x="374015" y="67056"/>
                  </a:lnTo>
                  <a:lnTo>
                    <a:pt x="359791" y="57404"/>
                  </a:lnTo>
                  <a:lnTo>
                    <a:pt x="320421" y="35560"/>
                  </a:lnTo>
                  <a:lnTo>
                    <a:pt x="260350" y="12827"/>
                  </a:lnTo>
                  <a:lnTo>
                    <a:pt x="184277" y="0"/>
                  </a:lnTo>
                  <a:lnTo>
                    <a:pt x="109220" y="1270"/>
                  </a:lnTo>
                  <a:lnTo>
                    <a:pt x="50927" y="9652"/>
                  </a:lnTo>
                  <a:lnTo>
                    <a:pt x="13335" y="19050"/>
                  </a:lnTo>
                  <a:lnTo>
                    <a:pt x="0" y="23495"/>
                  </a:lnTo>
                  <a:lnTo>
                    <a:pt x="10795" y="33020"/>
                  </a:lnTo>
                  <a:lnTo>
                    <a:pt x="43180" y="54229"/>
                  </a:lnTo>
                  <a:lnTo>
                    <a:pt x="97409" y="76708"/>
                  </a:lnTo>
                  <a:lnTo>
                    <a:pt x="173990" y="89535"/>
                  </a:lnTo>
                  <a:close/>
                </a:path>
              </a:pathLst>
            </a:custGeom>
            <a:solidFill>
              <a:srgbClr val="FFFFFF"/>
            </a:solidFill>
          </p:spPr>
        </p:sp>
      </p:grpSp>
      <p:sp>
        <p:nvSpPr>
          <p:cNvPr id="23" name="Freeform 23"/>
          <p:cNvSpPr/>
          <p:nvPr/>
        </p:nvSpPr>
        <p:spPr>
          <a:xfrm>
            <a:off x="17563315" y="1080067"/>
            <a:ext cx="162610" cy="230903"/>
          </a:xfrm>
          <a:custGeom>
            <a:avLst/>
            <a:gdLst/>
            <a:ahLst/>
            <a:cxnLst/>
            <a:rect l="l" t="t" r="r" b="b"/>
            <a:pathLst>
              <a:path w="162610" h="230903">
                <a:moveTo>
                  <a:pt x="0" y="0"/>
                </a:moveTo>
                <a:lnTo>
                  <a:pt x="162610" y="0"/>
                </a:lnTo>
                <a:lnTo>
                  <a:pt x="162610" y="230903"/>
                </a:lnTo>
                <a:lnTo>
                  <a:pt x="0" y="230903"/>
                </a:lnTo>
                <a:lnTo>
                  <a:pt x="0" y="0"/>
                </a:lnTo>
                <a:close/>
              </a:path>
            </a:pathLst>
          </a:custGeom>
          <a:blipFill>
            <a:blip r:embed="rId15"/>
            <a:stretch>
              <a:fillRect l="-290" r="-290"/>
            </a:stretch>
          </a:blipFill>
        </p:spPr>
      </p:sp>
      <p:grpSp>
        <p:nvGrpSpPr>
          <p:cNvPr id="24" name="Group 24"/>
          <p:cNvGrpSpPr/>
          <p:nvPr/>
        </p:nvGrpSpPr>
        <p:grpSpPr>
          <a:xfrm>
            <a:off x="17604850" y="1252199"/>
            <a:ext cx="280670" cy="75565"/>
            <a:chOff x="0" y="0"/>
            <a:chExt cx="374227" cy="100753"/>
          </a:xfrm>
        </p:grpSpPr>
        <p:sp>
          <p:nvSpPr>
            <p:cNvPr id="25" name="Freeform 25"/>
            <p:cNvSpPr/>
            <p:nvPr/>
          </p:nvSpPr>
          <p:spPr>
            <a:xfrm>
              <a:off x="0" y="0"/>
              <a:ext cx="373888" cy="100330"/>
            </a:xfrm>
            <a:custGeom>
              <a:avLst/>
              <a:gdLst/>
              <a:ahLst/>
              <a:cxnLst/>
              <a:rect l="l" t="t" r="r" b="b"/>
              <a:pathLst>
                <a:path w="373888" h="100330">
                  <a:moveTo>
                    <a:pt x="107188" y="100203"/>
                  </a:moveTo>
                  <a:lnTo>
                    <a:pt x="184658" y="94869"/>
                  </a:lnTo>
                  <a:lnTo>
                    <a:pt x="262763" y="75057"/>
                  </a:lnTo>
                  <a:lnTo>
                    <a:pt x="322453" y="52451"/>
                  </a:lnTo>
                  <a:lnTo>
                    <a:pt x="373888" y="26162"/>
                  </a:lnTo>
                  <a:lnTo>
                    <a:pt x="357886" y="20066"/>
                  </a:lnTo>
                  <a:lnTo>
                    <a:pt x="314325" y="8001"/>
                  </a:lnTo>
                  <a:lnTo>
                    <a:pt x="250571" y="0"/>
                  </a:lnTo>
                  <a:lnTo>
                    <a:pt x="173736" y="5334"/>
                  </a:lnTo>
                  <a:lnTo>
                    <a:pt x="100965" y="24130"/>
                  </a:lnTo>
                  <a:lnTo>
                    <a:pt x="46355" y="45847"/>
                  </a:lnTo>
                  <a:lnTo>
                    <a:pt x="11938" y="63754"/>
                  </a:lnTo>
                  <a:lnTo>
                    <a:pt x="0" y="71247"/>
                  </a:lnTo>
                  <a:lnTo>
                    <a:pt x="12700" y="77978"/>
                  </a:lnTo>
                  <a:lnTo>
                    <a:pt x="49149" y="91186"/>
                  </a:lnTo>
                  <a:lnTo>
                    <a:pt x="107188" y="100330"/>
                  </a:lnTo>
                  <a:close/>
                </a:path>
              </a:pathLst>
            </a:custGeom>
            <a:solidFill>
              <a:srgbClr val="FFFFFF"/>
            </a:solidFill>
          </p:spPr>
        </p:sp>
      </p:grpSp>
      <p:sp>
        <p:nvSpPr>
          <p:cNvPr id="26" name="Freeform 26"/>
          <p:cNvSpPr/>
          <p:nvPr/>
        </p:nvSpPr>
        <p:spPr>
          <a:xfrm>
            <a:off x="17679041" y="1105987"/>
            <a:ext cx="245478" cy="140612"/>
          </a:xfrm>
          <a:custGeom>
            <a:avLst/>
            <a:gdLst/>
            <a:ahLst/>
            <a:cxnLst/>
            <a:rect l="l" t="t" r="r" b="b"/>
            <a:pathLst>
              <a:path w="245478" h="140612">
                <a:moveTo>
                  <a:pt x="0" y="0"/>
                </a:moveTo>
                <a:lnTo>
                  <a:pt x="245478" y="0"/>
                </a:lnTo>
                <a:lnTo>
                  <a:pt x="245478" y="140612"/>
                </a:lnTo>
                <a:lnTo>
                  <a:pt x="0" y="140612"/>
                </a:lnTo>
                <a:lnTo>
                  <a:pt x="0" y="0"/>
                </a:lnTo>
                <a:close/>
              </a:path>
            </a:pathLst>
          </a:custGeom>
          <a:blipFill>
            <a:blip r:embed="rId16"/>
            <a:stretch>
              <a:fillRect t="-359" b="-359"/>
            </a:stretch>
          </a:blipFill>
        </p:spPr>
      </p:sp>
      <p:sp>
        <p:nvSpPr>
          <p:cNvPr id="27" name="Freeform 27"/>
          <p:cNvSpPr/>
          <p:nvPr/>
        </p:nvSpPr>
        <p:spPr>
          <a:xfrm>
            <a:off x="17621199" y="339330"/>
            <a:ext cx="390525" cy="803275"/>
          </a:xfrm>
          <a:custGeom>
            <a:avLst/>
            <a:gdLst/>
            <a:ahLst/>
            <a:cxnLst/>
            <a:rect l="l" t="t" r="r" b="b"/>
            <a:pathLst>
              <a:path w="390525" h="803275">
                <a:moveTo>
                  <a:pt x="0" y="0"/>
                </a:moveTo>
                <a:lnTo>
                  <a:pt x="390525" y="0"/>
                </a:lnTo>
                <a:lnTo>
                  <a:pt x="390525" y="803275"/>
                </a:lnTo>
                <a:lnTo>
                  <a:pt x="0" y="803275"/>
                </a:lnTo>
                <a:lnTo>
                  <a:pt x="0" y="0"/>
                </a:lnTo>
                <a:close/>
              </a:path>
            </a:pathLst>
          </a:custGeom>
          <a:blipFill>
            <a:blip r:embed="rId17">
              <a:extLst>
                <a:ext uri="{96DAC541-7B7A-43D3-8B79-37D633B846F1}">
                  <asvg:svgBlip xmlns:asvg="http://schemas.microsoft.com/office/drawing/2016/SVG/main" r:embed="rId18"/>
                </a:ext>
              </a:extLst>
            </a:blip>
            <a:stretch>
              <a:fillRect/>
            </a:stretch>
          </a:blipFill>
        </p:spPr>
      </p:sp>
      <p:sp>
        <p:nvSpPr>
          <p:cNvPr id="28" name="Freeform 28"/>
          <p:cNvSpPr/>
          <p:nvPr/>
        </p:nvSpPr>
        <p:spPr>
          <a:xfrm>
            <a:off x="17321684" y="1423928"/>
            <a:ext cx="112071" cy="126802"/>
          </a:xfrm>
          <a:custGeom>
            <a:avLst/>
            <a:gdLst/>
            <a:ahLst/>
            <a:cxnLst/>
            <a:rect l="l" t="t" r="r" b="b"/>
            <a:pathLst>
              <a:path w="112071" h="126802">
                <a:moveTo>
                  <a:pt x="0" y="0"/>
                </a:moveTo>
                <a:lnTo>
                  <a:pt x="112071" y="0"/>
                </a:lnTo>
                <a:lnTo>
                  <a:pt x="112071" y="126802"/>
                </a:lnTo>
                <a:lnTo>
                  <a:pt x="0" y="126802"/>
                </a:lnTo>
                <a:lnTo>
                  <a:pt x="0" y="0"/>
                </a:lnTo>
                <a:close/>
              </a:path>
            </a:pathLst>
          </a:custGeom>
          <a:blipFill>
            <a:blip r:embed="rId19"/>
            <a:stretch>
              <a:fillRect l="-2220" r="-2220"/>
            </a:stretch>
          </a:blipFill>
        </p:spPr>
      </p:sp>
      <p:grpSp>
        <p:nvGrpSpPr>
          <p:cNvPr id="29" name="Group 29"/>
          <p:cNvGrpSpPr/>
          <p:nvPr/>
        </p:nvGrpSpPr>
        <p:grpSpPr>
          <a:xfrm>
            <a:off x="16474160" y="744181"/>
            <a:ext cx="38100" cy="307340"/>
            <a:chOff x="0" y="0"/>
            <a:chExt cx="50800" cy="409787"/>
          </a:xfrm>
        </p:grpSpPr>
        <p:sp>
          <p:nvSpPr>
            <p:cNvPr id="30" name="Freeform 30"/>
            <p:cNvSpPr/>
            <p:nvPr/>
          </p:nvSpPr>
          <p:spPr>
            <a:xfrm>
              <a:off x="0" y="367665"/>
              <a:ext cx="41529" cy="41529"/>
            </a:xfrm>
            <a:custGeom>
              <a:avLst/>
              <a:gdLst/>
              <a:ahLst/>
              <a:cxnLst/>
              <a:rect l="l" t="t" r="r" b="b"/>
              <a:pathLst>
                <a:path w="41529" h="41529">
                  <a:moveTo>
                    <a:pt x="41529" y="0"/>
                  </a:moveTo>
                  <a:lnTo>
                    <a:pt x="0" y="0"/>
                  </a:lnTo>
                  <a:lnTo>
                    <a:pt x="0" y="41529"/>
                  </a:lnTo>
                  <a:lnTo>
                    <a:pt x="41529" y="41529"/>
                  </a:lnTo>
                  <a:lnTo>
                    <a:pt x="41529" y="0"/>
                  </a:lnTo>
                  <a:close/>
                </a:path>
              </a:pathLst>
            </a:custGeom>
            <a:solidFill>
              <a:srgbClr val="FFFFFF"/>
            </a:solidFill>
          </p:spPr>
        </p:sp>
        <p:sp>
          <p:nvSpPr>
            <p:cNvPr id="31" name="Freeform 31"/>
            <p:cNvSpPr/>
            <p:nvPr/>
          </p:nvSpPr>
          <p:spPr>
            <a:xfrm>
              <a:off x="9144" y="0"/>
              <a:ext cx="41529" cy="41529"/>
            </a:xfrm>
            <a:custGeom>
              <a:avLst/>
              <a:gdLst/>
              <a:ahLst/>
              <a:cxnLst/>
              <a:rect l="l" t="t" r="r" b="b"/>
              <a:pathLst>
                <a:path w="41529" h="41529">
                  <a:moveTo>
                    <a:pt x="41529" y="0"/>
                  </a:moveTo>
                  <a:lnTo>
                    <a:pt x="0" y="0"/>
                  </a:lnTo>
                  <a:lnTo>
                    <a:pt x="0" y="41529"/>
                  </a:lnTo>
                  <a:lnTo>
                    <a:pt x="41529" y="41529"/>
                  </a:lnTo>
                  <a:lnTo>
                    <a:pt x="41529" y="0"/>
                  </a:lnTo>
                  <a:close/>
                </a:path>
              </a:pathLst>
            </a:custGeom>
            <a:solidFill>
              <a:srgbClr val="FFFFFF"/>
            </a:solidFill>
          </p:spPr>
        </p:sp>
      </p:grpSp>
      <p:sp>
        <p:nvSpPr>
          <p:cNvPr id="32" name="Freeform 32"/>
          <p:cNvSpPr/>
          <p:nvPr/>
        </p:nvSpPr>
        <p:spPr>
          <a:xfrm>
            <a:off x="16947701" y="1390593"/>
            <a:ext cx="135917" cy="134319"/>
          </a:xfrm>
          <a:custGeom>
            <a:avLst/>
            <a:gdLst/>
            <a:ahLst/>
            <a:cxnLst/>
            <a:rect l="l" t="t" r="r" b="b"/>
            <a:pathLst>
              <a:path w="135917" h="134319">
                <a:moveTo>
                  <a:pt x="0" y="0"/>
                </a:moveTo>
                <a:lnTo>
                  <a:pt x="135917" y="0"/>
                </a:lnTo>
                <a:lnTo>
                  <a:pt x="135917" y="134319"/>
                </a:lnTo>
                <a:lnTo>
                  <a:pt x="0" y="134319"/>
                </a:lnTo>
                <a:lnTo>
                  <a:pt x="0" y="0"/>
                </a:lnTo>
                <a:close/>
              </a:path>
            </a:pathLst>
          </a:custGeom>
          <a:blipFill>
            <a:blip r:embed="rId20"/>
            <a:stretch>
              <a:fillRect t="-594" b="-594"/>
            </a:stretch>
          </a:blipFill>
        </p:spPr>
      </p:sp>
      <p:grpSp>
        <p:nvGrpSpPr>
          <p:cNvPr id="33" name="Group 33"/>
          <p:cNvGrpSpPr/>
          <p:nvPr/>
        </p:nvGrpSpPr>
        <p:grpSpPr>
          <a:xfrm>
            <a:off x="16209922" y="1570445"/>
            <a:ext cx="1592580" cy="157480"/>
            <a:chOff x="0" y="0"/>
            <a:chExt cx="2123440" cy="209973"/>
          </a:xfrm>
        </p:grpSpPr>
        <p:sp>
          <p:nvSpPr>
            <p:cNvPr id="34" name="Freeform 34"/>
            <p:cNvSpPr/>
            <p:nvPr/>
          </p:nvSpPr>
          <p:spPr>
            <a:xfrm>
              <a:off x="0" y="0"/>
              <a:ext cx="2123440" cy="209973"/>
            </a:xfrm>
            <a:custGeom>
              <a:avLst/>
              <a:gdLst/>
              <a:ahLst/>
              <a:cxnLst/>
              <a:rect l="l" t="t" r="r" b="b"/>
              <a:pathLst>
                <a:path w="2123440" h="209973">
                  <a:moveTo>
                    <a:pt x="0" y="0"/>
                  </a:moveTo>
                  <a:lnTo>
                    <a:pt x="2123440" y="0"/>
                  </a:lnTo>
                  <a:lnTo>
                    <a:pt x="2123440" y="209973"/>
                  </a:lnTo>
                  <a:lnTo>
                    <a:pt x="0" y="209973"/>
                  </a:lnTo>
                  <a:close/>
                </a:path>
              </a:pathLst>
            </a:custGeom>
          </p:spPr>
        </p:sp>
        <p:sp>
          <p:nvSpPr>
            <p:cNvPr id="35" name="TextBox 35"/>
            <p:cNvSpPr txBox="1"/>
            <p:nvPr/>
          </p:nvSpPr>
          <p:spPr>
            <a:xfrm>
              <a:off x="0" y="-9525"/>
              <a:ext cx="2123440" cy="219498"/>
            </a:xfrm>
            <a:prstGeom prst="rect">
              <a:avLst/>
            </a:prstGeom>
          </p:spPr>
          <p:txBody>
            <a:bodyPr lIns="0" tIns="0" rIns="0" bIns="0" rtlCol="0" anchor="t"/>
            <a:lstStyle/>
            <a:p>
              <a:pPr algn="l">
                <a:lnSpc>
                  <a:spcPts val="1019"/>
                </a:lnSpc>
              </a:pPr>
              <a:r>
                <a:rPr lang="en-US" sz="850" b="1" spc="-55">
                  <a:solidFill>
                    <a:schemeClr val="bg1"/>
                  </a:solidFill>
                  <a:latin typeface="Tahoma Bold"/>
                  <a:ea typeface="Tahoma Bold"/>
                  <a:cs typeface="Tahoma Bold"/>
                  <a:sym typeface="Tahoma Bold"/>
                </a:rPr>
                <a:t>Forum Of Data Science Engineers</a:t>
              </a:r>
            </a:p>
          </p:txBody>
        </p:sp>
      </p:grpSp>
      <p:grpSp>
        <p:nvGrpSpPr>
          <p:cNvPr id="36" name="Group 36"/>
          <p:cNvGrpSpPr/>
          <p:nvPr/>
        </p:nvGrpSpPr>
        <p:grpSpPr>
          <a:xfrm>
            <a:off x="1016000" y="276291"/>
            <a:ext cx="11351260" cy="926973"/>
            <a:chOff x="0" y="0"/>
            <a:chExt cx="15135013" cy="1235964"/>
          </a:xfrm>
        </p:grpSpPr>
        <p:sp>
          <p:nvSpPr>
            <p:cNvPr id="37" name="Freeform 37"/>
            <p:cNvSpPr/>
            <p:nvPr/>
          </p:nvSpPr>
          <p:spPr>
            <a:xfrm>
              <a:off x="0" y="0"/>
              <a:ext cx="15135014" cy="1235964"/>
            </a:xfrm>
            <a:custGeom>
              <a:avLst/>
              <a:gdLst/>
              <a:ahLst/>
              <a:cxnLst/>
              <a:rect l="l" t="t" r="r" b="b"/>
              <a:pathLst>
                <a:path w="15135014" h="1235964">
                  <a:moveTo>
                    <a:pt x="0" y="0"/>
                  </a:moveTo>
                  <a:lnTo>
                    <a:pt x="15135014" y="0"/>
                  </a:lnTo>
                  <a:lnTo>
                    <a:pt x="15135014" y="1235964"/>
                  </a:lnTo>
                  <a:lnTo>
                    <a:pt x="0" y="1235964"/>
                  </a:lnTo>
                  <a:close/>
                </a:path>
              </a:pathLst>
            </a:custGeom>
          </p:spPr>
        </p:sp>
        <p:sp>
          <p:nvSpPr>
            <p:cNvPr id="38" name="TextBox 38"/>
            <p:cNvSpPr txBox="1"/>
            <p:nvPr/>
          </p:nvSpPr>
          <p:spPr>
            <a:xfrm>
              <a:off x="0" y="-9525"/>
              <a:ext cx="15135013" cy="1245489"/>
            </a:xfrm>
            <a:prstGeom prst="rect">
              <a:avLst/>
            </a:prstGeom>
          </p:spPr>
          <p:txBody>
            <a:bodyPr lIns="0" tIns="0" rIns="0" bIns="0" rtlCol="0" anchor="t"/>
            <a:lstStyle/>
            <a:p>
              <a:pPr algn="l">
                <a:lnSpc>
                  <a:spcPts val="6120"/>
                </a:lnSpc>
              </a:pPr>
              <a:r>
                <a:rPr lang="en-US" sz="5100" b="1" spc="125" dirty="0">
                  <a:solidFill>
                    <a:schemeClr val="bg1"/>
                  </a:solidFill>
                  <a:latin typeface="Atkinson Hyperlegible Bold"/>
                  <a:ea typeface="Atkinson Hyperlegible Bold"/>
                  <a:cs typeface="Atkinson Hyperlegible Bold"/>
                  <a:sym typeface="Atkinson Hyperlegible Bold"/>
                </a:rPr>
                <a:t>TECHNICAL REQUIREMENTS</a:t>
              </a:r>
            </a:p>
          </p:txBody>
        </p:sp>
      </p:grpSp>
      <p:sp>
        <p:nvSpPr>
          <p:cNvPr id="39" name="Freeform 39"/>
          <p:cNvSpPr/>
          <p:nvPr/>
        </p:nvSpPr>
        <p:spPr>
          <a:xfrm>
            <a:off x="13399418" y="8565193"/>
            <a:ext cx="4888580" cy="1721806"/>
          </a:xfrm>
          <a:custGeom>
            <a:avLst/>
            <a:gdLst/>
            <a:ahLst/>
            <a:cxnLst/>
            <a:rect l="l" t="t" r="r" b="b"/>
            <a:pathLst>
              <a:path w="4888580" h="1721806">
                <a:moveTo>
                  <a:pt x="0" y="0"/>
                </a:moveTo>
                <a:lnTo>
                  <a:pt x="4888580" y="0"/>
                </a:lnTo>
                <a:lnTo>
                  <a:pt x="4888580" y="1721806"/>
                </a:lnTo>
                <a:lnTo>
                  <a:pt x="0" y="1721806"/>
                </a:lnTo>
                <a:lnTo>
                  <a:pt x="0" y="0"/>
                </a:lnTo>
                <a:close/>
              </a:path>
            </a:pathLst>
          </a:custGeom>
          <a:blipFill>
            <a:blip r:embed="rId21"/>
            <a:stretch>
              <a:fillRect/>
            </a:stretch>
          </a:blipFill>
        </p:spPr>
      </p:sp>
      <p:sp>
        <p:nvSpPr>
          <p:cNvPr id="40" name="TextBox 39">
            <a:extLst>
              <a:ext uri="{FF2B5EF4-FFF2-40B4-BE49-F238E27FC236}">
                <a16:creationId xmlns:a16="http://schemas.microsoft.com/office/drawing/2014/main" id="{199AB72F-6FD2-5BA1-F6D9-A1080AEF06B5}"/>
              </a:ext>
            </a:extLst>
          </p:cNvPr>
          <p:cNvSpPr txBox="1"/>
          <p:nvPr/>
        </p:nvSpPr>
        <p:spPr>
          <a:xfrm>
            <a:off x="762000" y="2205702"/>
            <a:ext cx="15588834" cy="3970318"/>
          </a:xfrm>
          <a:prstGeom prst="rect">
            <a:avLst/>
          </a:prstGeom>
          <a:noFill/>
        </p:spPr>
        <p:txBody>
          <a:bodyPr wrap="square" rtlCol="0">
            <a:spAutoFit/>
          </a:bodyPr>
          <a:lstStyle/>
          <a:p>
            <a:r>
              <a:rPr lang="en-IN" sz="3600" dirty="0">
                <a:solidFill>
                  <a:schemeClr val="bg1"/>
                </a:solidFill>
              </a:rPr>
              <a:t>• Satellite imagery data for monitoring tree plantations.</a:t>
            </a:r>
          </a:p>
          <a:p>
            <a:r>
              <a:rPr lang="en-IN" sz="3600" dirty="0">
                <a:solidFill>
                  <a:schemeClr val="bg1"/>
                </a:solidFill>
              </a:rPr>
              <a:t>• AI / Machine Learning models to estimate tree growth and carbon absorption.</a:t>
            </a:r>
          </a:p>
          <a:p>
            <a:r>
              <a:rPr lang="en-IN" sz="3600" dirty="0">
                <a:solidFill>
                  <a:schemeClr val="bg1"/>
                </a:solidFill>
              </a:rPr>
              <a:t>• Carbon emission calculation models for industrial data.</a:t>
            </a:r>
          </a:p>
          <a:p>
            <a:r>
              <a:rPr lang="en-IN" sz="3600" dirty="0">
                <a:solidFill>
                  <a:schemeClr val="bg1"/>
                </a:solidFill>
              </a:rPr>
              <a:t>• Image processing techniques for </a:t>
            </a:r>
            <a:r>
              <a:rPr lang="en-IN" sz="3600" dirty="0" err="1">
                <a:solidFill>
                  <a:schemeClr val="bg1"/>
                </a:solidFill>
              </a:rPr>
              <a:t>analyzing</a:t>
            </a:r>
            <a:r>
              <a:rPr lang="en-IN" sz="3600" dirty="0">
                <a:solidFill>
                  <a:schemeClr val="bg1"/>
                </a:solidFill>
              </a:rPr>
              <a:t> satellite images.</a:t>
            </a:r>
          </a:p>
          <a:p>
            <a:r>
              <a:rPr lang="en-IN" sz="3600" dirty="0">
                <a:solidFill>
                  <a:schemeClr val="bg1"/>
                </a:solidFill>
              </a:rPr>
              <a:t>• Cloud database to store environmental and monitoring data.</a:t>
            </a:r>
          </a:p>
          <a:p>
            <a:r>
              <a:rPr lang="en-IN" sz="3600" dirty="0">
                <a:solidFill>
                  <a:schemeClr val="bg1"/>
                </a:solidFill>
              </a:rPr>
              <a:t>• Web dashboard for industries to track carbon balance and sustainability status.</a:t>
            </a:r>
          </a:p>
          <a:p>
            <a:r>
              <a:rPr lang="en-IN" sz="3600" dirty="0">
                <a:solidFill>
                  <a:schemeClr val="bg1"/>
                </a:solidFill>
              </a:rPr>
              <a:t>• GIS (Geographic Information System) tools for location-based monitoring.</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2"/>
            <a:stretch>
              <a:fillRect t="-128765" r="-84"/>
            </a:stretch>
          </a:blipFill>
        </p:spPr>
      </p:sp>
      <p:sp>
        <p:nvSpPr>
          <p:cNvPr id="3" name="Freeform 3"/>
          <p:cNvSpPr/>
          <p:nvPr/>
        </p:nvSpPr>
        <p:spPr>
          <a:xfrm>
            <a:off x="1028700" y="9013461"/>
            <a:ext cx="1847849" cy="962024"/>
          </a:xfrm>
          <a:custGeom>
            <a:avLst/>
            <a:gdLst/>
            <a:ahLst/>
            <a:cxnLst/>
            <a:rect l="l" t="t" r="r" b="b"/>
            <a:pathLst>
              <a:path w="1847849" h="962024">
                <a:moveTo>
                  <a:pt x="0" y="0"/>
                </a:moveTo>
                <a:lnTo>
                  <a:pt x="1847849" y="0"/>
                </a:lnTo>
                <a:lnTo>
                  <a:pt x="1847849" y="962024"/>
                </a:lnTo>
                <a:lnTo>
                  <a:pt x="0" y="962024"/>
                </a:lnTo>
                <a:lnTo>
                  <a:pt x="0" y="0"/>
                </a:lnTo>
                <a:close/>
              </a:path>
            </a:pathLst>
          </a:custGeom>
          <a:blipFill>
            <a:blip r:embed="rId3"/>
            <a:stretch>
              <a:fillRect t="-107" b="-107"/>
            </a:stretch>
          </a:blipFill>
        </p:spPr>
      </p:sp>
      <p:grpSp>
        <p:nvGrpSpPr>
          <p:cNvPr id="4" name="Group 4"/>
          <p:cNvGrpSpPr/>
          <p:nvPr/>
        </p:nvGrpSpPr>
        <p:grpSpPr>
          <a:xfrm>
            <a:off x="16423285" y="1390609"/>
            <a:ext cx="275590" cy="78740"/>
            <a:chOff x="0" y="0"/>
            <a:chExt cx="367453" cy="104987"/>
          </a:xfrm>
        </p:grpSpPr>
        <p:sp>
          <p:nvSpPr>
            <p:cNvPr id="5" name="Freeform 5"/>
            <p:cNvSpPr/>
            <p:nvPr/>
          </p:nvSpPr>
          <p:spPr>
            <a:xfrm>
              <a:off x="0" y="0"/>
              <a:ext cx="366776" cy="104394"/>
            </a:xfrm>
            <a:custGeom>
              <a:avLst/>
              <a:gdLst/>
              <a:ahLst/>
              <a:cxnLst/>
              <a:rect l="l" t="t" r="r" b="b"/>
              <a:pathLst>
                <a:path w="366776" h="104394">
                  <a:moveTo>
                    <a:pt x="112522" y="104267"/>
                  </a:moveTo>
                  <a:lnTo>
                    <a:pt x="48895" y="101346"/>
                  </a:lnTo>
                  <a:lnTo>
                    <a:pt x="11938" y="94234"/>
                  </a:lnTo>
                  <a:lnTo>
                    <a:pt x="0" y="90297"/>
                  </a:lnTo>
                  <a:lnTo>
                    <a:pt x="15748" y="77851"/>
                  </a:lnTo>
                  <a:lnTo>
                    <a:pt x="57277" y="49911"/>
                  </a:lnTo>
                  <a:lnTo>
                    <a:pt x="115824" y="20447"/>
                  </a:lnTo>
                  <a:lnTo>
                    <a:pt x="182880" y="3556"/>
                  </a:lnTo>
                  <a:lnTo>
                    <a:pt x="250063" y="0"/>
                  </a:lnTo>
                  <a:lnTo>
                    <a:pt x="308991" y="0"/>
                  </a:lnTo>
                  <a:lnTo>
                    <a:pt x="350774" y="1524"/>
                  </a:lnTo>
                  <a:lnTo>
                    <a:pt x="366776" y="2540"/>
                  </a:lnTo>
                  <a:lnTo>
                    <a:pt x="361315" y="14097"/>
                  </a:lnTo>
                  <a:lnTo>
                    <a:pt x="338836" y="41148"/>
                  </a:lnTo>
                  <a:lnTo>
                    <a:pt x="289560" y="72136"/>
                  </a:lnTo>
                  <a:lnTo>
                    <a:pt x="204343" y="96012"/>
                  </a:lnTo>
                  <a:lnTo>
                    <a:pt x="112522" y="104394"/>
                  </a:lnTo>
                  <a:close/>
                </a:path>
              </a:pathLst>
            </a:custGeom>
            <a:solidFill>
              <a:srgbClr val="FFFFFF"/>
            </a:solidFill>
          </p:spPr>
        </p:sp>
      </p:grpSp>
      <p:sp>
        <p:nvSpPr>
          <p:cNvPr id="6" name="Freeform 6"/>
          <p:cNvSpPr/>
          <p:nvPr/>
        </p:nvSpPr>
        <p:spPr>
          <a:xfrm>
            <a:off x="16469713" y="1223585"/>
            <a:ext cx="228624" cy="168915"/>
          </a:xfrm>
          <a:custGeom>
            <a:avLst/>
            <a:gdLst/>
            <a:ahLst/>
            <a:cxnLst/>
            <a:rect l="l" t="t" r="r" b="b"/>
            <a:pathLst>
              <a:path w="228624" h="168915">
                <a:moveTo>
                  <a:pt x="0" y="0"/>
                </a:moveTo>
                <a:lnTo>
                  <a:pt x="228624" y="0"/>
                </a:lnTo>
                <a:lnTo>
                  <a:pt x="228624" y="168915"/>
                </a:lnTo>
                <a:lnTo>
                  <a:pt x="0" y="168915"/>
                </a:lnTo>
                <a:lnTo>
                  <a:pt x="0" y="0"/>
                </a:lnTo>
                <a:close/>
              </a:path>
            </a:pathLst>
          </a:custGeom>
          <a:blipFill>
            <a:blip r:embed="rId4"/>
            <a:stretch>
              <a:fillRect l="-662" r="-662"/>
            </a:stretch>
          </a:blipFill>
        </p:spPr>
      </p:sp>
      <p:grpSp>
        <p:nvGrpSpPr>
          <p:cNvPr id="7" name="Group 7"/>
          <p:cNvGrpSpPr/>
          <p:nvPr/>
        </p:nvGrpSpPr>
        <p:grpSpPr>
          <a:xfrm>
            <a:off x="16288898" y="1340965"/>
            <a:ext cx="281305" cy="67310"/>
            <a:chOff x="0" y="0"/>
            <a:chExt cx="375073" cy="89747"/>
          </a:xfrm>
        </p:grpSpPr>
        <p:sp>
          <p:nvSpPr>
            <p:cNvPr id="8" name="Freeform 8"/>
            <p:cNvSpPr/>
            <p:nvPr/>
          </p:nvSpPr>
          <p:spPr>
            <a:xfrm>
              <a:off x="0" y="0"/>
              <a:ext cx="374269" cy="89662"/>
            </a:xfrm>
            <a:custGeom>
              <a:avLst/>
              <a:gdLst/>
              <a:ahLst/>
              <a:cxnLst/>
              <a:rect l="l" t="t" r="r" b="b"/>
              <a:pathLst>
                <a:path w="374269" h="89662">
                  <a:moveTo>
                    <a:pt x="199898" y="89662"/>
                  </a:moveTo>
                  <a:lnTo>
                    <a:pt x="119253" y="88265"/>
                  </a:lnTo>
                  <a:lnTo>
                    <a:pt x="56007" y="79883"/>
                  </a:lnTo>
                  <a:lnTo>
                    <a:pt x="14732" y="70485"/>
                  </a:lnTo>
                  <a:lnTo>
                    <a:pt x="0" y="66040"/>
                  </a:lnTo>
                  <a:lnTo>
                    <a:pt x="14224" y="56388"/>
                  </a:lnTo>
                  <a:lnTo>
                    <a:pt x="53848" y="34925"/>
                  </a:lnTo>
                  <a:lnTo>
                    <a:pt x="113919" y="12446"/>
                  </a:lnTo>
                  <a:lnTo>
                    <a:pt x="189992" y="0"/>
                  </a:lnTo>
                  <a:lnTo>
                    <a:pt x="265176" y="1651"/>
                  </a:lnTo>
                  <a:lnTo>
                    <a:pt x="323342" y="10287"/>
                  </a:lnTo>
                  <a:lnTo>
                    <a:pt x="360934" y="19812"/>
                  </a:lnTo>
                  <a:lnTo>
                    <a:pt x="374269" y="24384"/>
                  </a:lnTo>
                  <a:lnTo>
                    <a:pt x="363474" y="33782"/>
                  </a:lnTo>
                  <a:lnTo>
                    <a:pt x="330962" y="54991"/>
                  </a:lnTo>
                  <a:lnTo>
                    <a:pt x="276479" y="77216"/>
                  </a:lnTo>
                  <a:lnTo>
                    <a:pt x="199898" y="89662"/>
                  </a:lnTo>
                  <a:close/>
                </a:path>
              </a:pathLst>
            </a:custGeom>
            <a:solidFill>
              <a:srgbClr val="FFFFFF"/>
            </a:solidFill>
          </p:spPr>
        </p:sp>
      </p:grpSp>
      <p:sp>
        <p:nvSpPr>
          <p:cNvPr id="9" name="Freeform 9"/>
          <p:cNvSpPr/>
          <p:nvPr/>
        </p:nvSpPr>
        <p:spPr>
          <a:xfrm>
            <a:off x="16304772" y="1079767"/>
            <a:ext cx="161462" cy="231707"/>
          </a:xfrm>
          <a:custGeom>
            <a:avLst/>
            <a:gdLst/>
            <a:ahLst/>
            <a:cxnLst/>
            <a:rect l="l" t="t" r="r" b="b"/>
            <a:pathLst>
              <a:path w="161462" h="231707">
                <a:moveTo>
                  <a:pt x="0" y="0"/>
                </a:moveTo>
                <a:lnTo>
                  <a:pt x="161462" y="0"/>
                </a:lnTo>
                <a:lnTo>
                  <a:pt x="161462" y="231707"/>
                </a:lnTo>
                <a:lnTo>
                  <a:pt x="0" y="231707"/>
                </a:lnTo>
                <a:lnTo>
                  <a:pt x="0" y="0"/>
                </a:lnTo>
                <a:close/>
              </a:path>
            </a:pathLst>
          </a:custGeom>
          <a:blipFill>
            <a:blip r:embed="rId5"/>
            <a:stretch>
              <a:fillRect t="-679" b="-679"/>
            </a:stretch>
          </a:blipFill>
        </p:spPr>
      </p:sp>
      <p:grpSp>
        <p:nvGrpSpPr>
          <p:cNvPr id="10" name="Group 10"/>
          <p:cNvGrpSpPr/>
          <p:nvPr/>
        </p:nvGrpSpPr>
        <p:grpSpPr>
          <a:xfrm>
            <a:off x="16144541" y="1251566"/>
            <a:ext cx="280670" cy="76200"/>
            <a:chOff x="0" y="0"/>
            <a:chExt cx="374227" cy="101600"/>
          </a:xfrm>
        </p:grpSpPr>
        <p:sp>
          <p:nvSpPr>
            <p:cNvPr id="11" name="Freeform 11"/>
            <p:cNvSpPr/>
            <p:nvPr/>
          </p:nvSpPr>
          <p:spPr>
            <a:xfrm>
              <a:off x="0" y="0"/>
              <a:ext cx="373507" cy="100965"/>
            </a:xfrm>
            <a:custGeom>
              <a:avLst/>
              <a:gdLst/>
              <a:ahLst/>
              <a:cxnLst/>
              <a:rect l="l" t="t" r="r" b="b"/>
              <a:pathLst>
                <a:path w="373507" h="100965">
                  <a:moveTo>
                    <a:pt x="266192" y="100965"/>
                  </a:moveTo>
                  <a:lnTo>
                    <a:pt x="188849" y="95123"/>
                  </a:lnTo>
                  <a:lnTo>
                    <a:pt x="110744" y="74930"/>
                  </a:lnTo>
                  <a:lnTo>
                    <a:pt x="51308" y="51943"/>
                  </a:lnTo>
                  <a:lnTo>
                    <a:pt x="0" y="25400"/>
                  </a:lnTo>
                  <a:lnTo>
                    <a:pt x="16129" y="19431"/>
                  </a:lnTo>
                  <a:lnTo>
                    <a:pt x="59563" y="7747"/>
                  </a:lnTo>
                  <a:lnTo>
                    <a:pt x="123317" y="0"/>
                  </a:lnTo>
                  <a:lnTo>
                    <a:pt x="200152" y="5715"/>
                  </a:lnTo>
                  <a:lnTo>
                    <a:pt x="272796" y="24892"/>
                  </a:lnTo>
                  <a:lnTo>
                    <a:pt x="327279" y="46863"/>
                  </a:lnTo>
                  <a:lnTo>
                    <a:pt x="361569" y="65024"/>
                  </a:lnTo>
                  <a:lnTo>
                    <a:pt x="373507" y="72517"/>
                  </a:lnTo>
                  <a:lnTo>
                    <a:pt x="360807" y="79121"/>
                  </a:lnTo>
                  <a:lnTo>
                    <a:pt x="324231" y="92075"/>
                  </a:lnTo>
                  <a:lnTo>
                    <a:pt x="266065" y="100965"/>
                  </a:lnTo>
                  <a:close/>
                </a:path>
              </a:pathLst>
            </a:custGeom>
            <a:solidFill>
              <a:srgbClr val="FFFFFF"/>
            </a:solidFill>
          </p:spPr>
        </p:sp>
      </p:grpSp>
      <p:sp>
        <p:nvSpPr>
          <p:cNvPr id="12" name="Freeform 12"/>
          <p:cNvSpPr/>
          <p:nvPr/>
        </p:nvSpPr>
        <p:spPr>
          <a:xfrm>
            <a:off x="16106052" y="1104701"/>
            <a:ext cx="244782" cy="141776"/>
          </a:xfrm>
          <a:custGeom>
            <a:avLst/>
            <a:gdLst/>
            <a:ahLst/>
            <a:cxnLst/>
            <a:rect l="l" t="t" r="r" b="b"/>
            <a:pathLst>
              <a:path w="244782" h="141776">
                <a:moveTo>
                  <a:pt x="0" y="0"/>
                </a:moveTo>
                <a:lnTo>
                  <a:pt x="244782" y="0"/>
                </a:lnTo>
                <a:lnTo>
                  <a:pt x="244782" y="141776"/>
                </a:lnTo>
                <a:lnTo>
                  <a:pt x="0" y="141776"/>
                </a:lnTo>
                <a:lnTo>
                  <a:pt x="0" y="0"/>
                </a:lnTo>
                <a:close/>
              </a:path>
            </a:pathLst>
          </a:custGeom>
          <a:blipFill>
            <a:blip r:embed="rId6"/>
            <a:stretch>
              <a:fillRect t="-780" b="-780"/>
            </a:stretch>
          </a:blipFill>
        </p:spPr>
      </p:sp>
      <p:sp>
        <p:nvSpPr>
          <p:cNvPr id="13" name="Freeform 13"/>
          <p:cNvSpPr/>
          <p:nvPr/>
        </p:nvSpPr>
        <p:spPr>
          <a:xfrm>
            <a:off x="16019856" y="339559"/>
            <a:ext cx="393700" cy="802640"/>
          </a:xfrm>
          <a:custGeom>
            <a:avLst/>
            <a:gdLst/>
            <a:ahLst/>
            <a:cxnLst/>
            <a:rect l="l" t="t" r="r" b="b"/>
            <a:pathLst>
              <a:path w="393700" h="802640">
                <a:moveTo>
                  <a:pt x="0" y="0"/>
                </a:moveTo>
                <a:lnTo>
                  <a:pt x="393700" y="0"/>
                </a:lnTo>
                <a:lnTo>
                  <a:pt x="393700" y="802640"/>
                </a:lnTo>
                <a:lnTo>
                  <a:pt x="0" y="802640"/>
                </a:lnTo>
                <a:lnTo>
                  <a:pt x="0" y="0"/>
                </a:lnTo>
                <a:close/>
              </a:path>
            </a:pathLst>
          </a:custGeom>
          <a:blipFill>
            <a:blip r:embed="rId7">
              <a:extLst>
                <a:ext uri="{96DAC541-7B7A-43D3-8B79-37D633B846F1}">
                  <asvg:svgBlip xmlns:asvg="http://schemas.microsoft.com/office/drawing/2016/SVG/main" r:embed="rId8"/>
                </a:ext>
              </a:extLst>
            </a:blip>
            <a:stretch>
              <a:fillRect/>
            </a:stretch>
          </a:blipFill>
        </p:spPr>
      </p:sp>
      <p:sp>
        <p:nvSpPr>
          <p:cNvPr id="14" name="Freeform 14"/>
          <p:cNvSpPr/>
          <p:nvPr/>
        </p:nvSpPr>
        <p:spPr>
          <a:xfrm>
            <a:off x="16594649" y="1425631"/>
            <a:ext cx="112653" cy="126308"/>
          </a:xfrm>
          <a:custGeom>
            <a:avLst/>
            <a:gdLst/>
            <a:ahLst/>
            <a:cxnLst/>
            <a:rect l="l" t="t" r="r" b="b"/>
            <a:pathLst>
              <a:path w="112653" h="126308">
                <a:moveTo>
                  <a:pt x="0" y="0"/>
                </a:moveTo>
                <a:lnTo>
                  <a:pt x="112653" y="0"/>
                </a:lnTo>
                <a:lnTo>
                  <a:pt x="112653" y="126308"/>
                </a:lnTo>
                <a:lnTo>
                  <a:pt x="0" y="126308"/>
                </a:lnTo>
                <a:lnTo>
                  <a:pt x="0" y="0"/>
                </a:lnTo>
                <a:close/>
              </a:path>
            </a:pathLst>
          </a:custGeom>
          <a:blipFill>
            <a:blip r:embed="rId9"/>
            <a:stretch>
              <a:fillRect t="-168" b="-168"/>
            </a:stretch>
          </a:blipFill>
        </p:spPr>
      </p:sp>
      <p:sp>
        <p:nvSpPr>
          <p:cNvPr id="15" name="Freeform 15"/>
          <p:cNvSpPr/>
          <p:nvPr/>
        </p:nvSpPr>
        <p:spPr>
          <a:xfrm>
            <a:off x="16480534" y="758952"/>
            <a:ext cx="259079" cy="414527"/>
          </a:xfrm>
          <a:custGeom>
            <a:avLst/>
            <a:gdLst/>
            <a:ahLst/>
            <a:cxnLst/>
            <a:rect l="l" t="t" r="r" b="b"/>
            <a:pathLst>
              <a:path w="259079" h="414527">
                <a:moveTo>
                  <a:pt x="0" y="0"/>
                </a:moveTo>
                <a:lnTo>
                  <a:pt x="259079" y="0"/>
                </a:lnTo>
                <a:lnTo>
                  <a:pt x="259079" y="414527"/>
                </a:lnTo>
                <a:lnTo>
                  <a:pt x="0" y="414527"/>
                </a:lnTo>
                <a:lnTo>
                  <a:pt x="0" y="0"/>
                </a:lnTo>
                <a:close/>
              </a:path>
            </a:pathLst>
          </a:custGeom>
          <a:blipFill>
            <a:blip r:embed="rId10"/>
            <a:stretch>
              <a:fillRect/>
            </a:stretch>
          </a:blipFill>
        </p:spPr>
      </p:sp>
      <p:sp>
        <p:nvSpPr>
          <p:cNvPr id="16" name="Freeform 16"/>
          <p:cNvSpPr/>
          <p:nvPr/>
        </p:nvSpPr>
        <p:spPr>
          <a:xfrm>
            <a:off x="16424389" y="792619"/>
            <a:ext cx="151765" cy="323850"/>
          </a:xfrm>
          <a:custGeom>
            <a:avLst/>
            <a:gdLst/>
            <a:ahLst/>
            <a:cxnLst/>
            <a:rect l="l" t="t" r="r" b="b"/>
            <a:pathLst>
              <a:path w="151765" h="323850">
                <a:moveTo>
                  <a:pt x="0" y="0"/>
                </a:moveTo>
                <a:lnTo>
                  <a:pt x="151765" y="0"/>
                </a:lnTo>
                <a:lnTo>
                  <a:pt x="151765" y="323850"/>
                </a:lnTo>
                <a:lnTo>
                  <a:pt x="0" y="323850"/>
                </a:lnTo>
                <a:lnTo>
                  <a:pt x="0" y="0"/>
                </a:lnTo>
                <a:close/>
              </a:path>
            </a:pathLst>
          </a:custGeom>
          <a:blipFill>
            <a:blip r:embed="rId11">
              <a:extLst>
                <a:ext uri="{96DAC541-7B7A-43D3-8B79-37D633B846F1}">
                  <asvg:svgBlip xmlns:asvg="http://schemas.microsoft.com/office/drawing/2016/SVG/main" r:embed="rId12"/>
                </a:ext>
              </a:extLst>
            </a:blip>
            <a:stretch>
              <a:fillRect/>
            </a:stretch>
          </a:blipFill>
        </p:spPr>
      </p:sp>
      <p:sp>
        <p:nvSpPr>
          <p:cNvPr id="17" name="Freeform 17"/>
          <p:cNvSpPr/>
          <p:nvPr/>
        </p:nvSpPr>
        <p:spPr>
          <a:xfrm>
            <a:off x="16669510" y="755904"/>
            <a:ext cx="999743" cy="384047"/>
          </a:xfrm>
          <a:custGeom>
            <a:avLst/>
            <a:gdLst/>
            <a:ahLst/>
            <a:cxnLst/>
            <a:rect l="l" t="t" r="r" b="b"/>
            <a:pathLst>
              <a:path w="999743" h="384047">
                <a:moveTo>
                  <a:pt x="0" y="0"/>
                </a:moveTo>
                <a:lnTo>
                  <a:pt x="999743" y="0"/>
                </a:lnTo>
                <a:lnTo>
                  <a:pt x="999743" y="384047"/>
                </a:lnTo>
                <a:lnTo>
                  <a:pt x="0" y="384047"/>
                </a:lnTo>
                <a:lnTo>
                  <a:pt x="0" y="0"/>
                </a:lnTo>
                <a:close/>
              </a:path>
            </a:pathLst>
          </a:custGeom>
          <a:blipFill>
            <a:blip r:embed="rId13"/>
            <a:stretch>
              <a:fillRect/>
            </a:stretch>
          </a:blipFill>
        </p:spPr>
      </p:sp>
      <p:grpSp>
        <p:nvGrpSpPr>
          <p:cNvPr id="18" name="Group 18"/>
          <p:cNvGrpSpPr/>
          <p:nvPr/>
        </p:nvGrpSpPr>
        <p:grpSpPr>
          <a:xfrm>
            <a:off x="17330812" y="1389182"/>
            <a:ext cx="274955" cy="79375"/>
            <a:chOff x="0" y="0"/>
            <a:chExt cx="366607" cy="105833"/>
          </a:xfrm>
        </p:grpSpPr>
        <p:sp>
          <p:nvSpPr>
            <p:cNvPr id="19" name="Freeform 19"/>
            <p:cNvSpPr/>
            <p:nvPr/>
          </p:nvSpPr>
          <p:spPr>
            <a:xfrm>
              <a:off x="0" y="0"/>
              <a:ext cx="366268" cy="105283"/>
            </a:xfrm>
            <a:custGeom>
              <a:avLst/>
              <a:gdLst/>
              <a:ahLst/>
              <a:cxnLst/>
              <a:rect l="l" t="t" r="r" b="b"/>
              <a:pathLst>
                <a:path w="366268" h="105283">
                  <a:moveTo>
                    <a:pt x="253746" y="105283"/>
                  </a:moveTo>
                  <a:lnTo>
                    <a:pt x="317373" y="102616"/>
                  </a:lnTo>
                  <a:lnTo>
                    <a:pt x="354330" y="95758"/>
                  </a:lnTo>
                  <a:lnTo>
                    <a:pt x="366268" y="91821"/>
                  </a:lnTo>
                  <a:lnTo>
                    <a:pt x="350520" y="79375"/>
                  </a:lnTo>
                  <a:lnTo>
                    <a:pt x="250698" y="21590"/>
                  </a:lnTo>
                  <a:lnTo>
                    <a:pt x="183896" y="4191"/>
                  </a:lnTo>
                  <a:lnTo>
                    <a:pt x="116713" y="254"/>
                  </a:lnTo>
                  <a:lnTo>
                    <a:pt x="57785" y="0"/>
                  </a:lnTo>
                  <a:lnTo>
                    <a:pt x="15875" y="1270"/>
                  </a:lnTo>
                  <a:lnTo>
                    <a:pt x="0" y="2159"/>
                  </a:lnTo>
                  <a:lnTo>
                    <a:pt x="5334" y="13716"/>
                  </a:lnTo>
                  <a:lnTo>
                    <a:pt x="27813" y="40894"/>
                  </a:lnTo>
                  <a:lnTo>
                    <a:pt x="76708" y="72263"/>
                  </a:lnTo>
                  <a:lnTo>
                    <a:pt x="161925" y="96520"/>
                  </a:lnTo>
                  <a:lnTo>
                    <a:pt x="253746" y="105283"/>
                  </a:lnTo>
                  <a:close/>
                </a:path>
              </a:pathLst>
            </a:custGeom>
            <a:solidFill>
              <a:srgbClr val="FFFFFF"/>
            </a:solidFill>
          </p:spPr>
        </p:sp>
      </p:grpSp>
      <p:sp>
        <p:nvSpPr>
          <p:cNvPr id="20" name="Freeform 20"/>
          <p:cNvSpPr/>
          <p:nvPr/>
        </p:nvSpPr>
        <p:spPr>
          <a:xfrm>
            <a:off x="17330812" y="1223064"/>
            <a:ext cx="229460" cy="167778"/>
          </a:xfrm>
          <a:custGeom>
            <a:avLst/>
            <a:gdLst/>
            <a:ahLst/>
            <a:cxnLst/>
            <a:rect l="l" t="t" r="r" b="b"/>
            <a:pathLst>
              <a:path w="229460" h="167778">
                <a:moveTo>
                  <a:pt x="0" y="0"/>
                </a:moveTo>
                <a:lnTo>
                  <a:pt x="229460" y="0"/>
                </a:lnTo>
                <a:lnTo>
                  <a:pt x="229460" y="167778"/>
                </a:lnTo>
                <a:lnTo>
                  <a:pt x="0" y="167778"/>
                </a:lnTo>
                <a:lnTo>
                  <a:pt x="0" y="0"/>
                </a:lnTo>
                <a:close/>
              </a:path>
            </a:pathLst>
          </a:custGeom>
          <a:blipFill>
            <a:blip r:embed="rId14"/>
            <a:stretch>
              <a:fillRect l="-138" r="-138"/>
            </a:stretch>
          </a:blipFill>
        </p:spPr>
      </p:sp>
      <p:grpSp>
        <p:nvGrpSpPr>
          <p:cNvPr id="21" name="Group 21"/>
          <p:cNvGrpSpPr/>
          <p:nvPr/>
        </p:nvGrpSpPr>
        <p:grpSpPr>
          <a:xfrm>
            <a:off x="17459738" y="1340632"/>
            <a:ext cx="280670" cy="67310"/>
            <a:chOff x="0" y="0"/>
            <a:chExt cx="374227" cy="89747"/>
          </a:xfrm>
        </p:grpSpPr>
        <p:sp>
          <p:nvSpPr>
            <p:cNvPr id="22" name="Freeform 22"/>
            <p:cNvSpPr/>
            <p:nvPr/>
          </p:nvSpPr>
          <p:spPr>
            <a:xfrm>
              <a:off x="0" y="0"/>
              <a:ext cx="374015" cy="89535"/>
            </a:xfrm>
            <a:custGeom>
              <a:avLst/>
              <a:gdLst/>
              <a:ahLst/>
              <a:cxnLst/>
              <a:rect l="l" t="t" r="r" b="b"/>
              <a:pathLst>
                <a:path w="374015" h="89535">
                  <a:moveTo>
                    <a:pt x="173990" y="89535"/>
                  </a:moveTo>
                  <a:lnTo>
                    <a:pt x="254635" y="88519"/>
                  </a:lnTo>
                  <a:lnTo>
                    <a:pt x="317881" y="80518"/>
                  </a:lnTo>
                  <a:lnTo>
                    <a:pt x="359156" y="71374"/>
                  </a:lnTo>
                  <a:lnTo>
                    <a:pt x="374015" y="67056"/>
                  </a:lnTo>
                  <a:lnTo>
                    <a:pt x="359791" y="57404"/>
                  </a:lnTo>
                  <a:lnTo>
                    <a:pt x="320421" y="35560"/>
                  </a:lnTo>
                  <a:lnTo>
                    <a:pt x="260350" y="12827"/>
                  </a:lnTo>
                  <a:lnTo>
                    <a:pt x="184277" y="0"/>
                  </a:lnTo>
                  <a:lnTo>
                    <a:pt x="109220" y="1270"/>
                  </a:lnTo>
                  <a:lnTo>
                    <a:pt x="50927" y="9652"/>
                  </a:lnTo>
                  <a:lnTo>
                    <a:pt x="13335" y="19050"/>
                  </a:lnTo>
                  <a:lnTo>
                    <a:pt x="0" y="23495"/>
                  </a:lnTo>
                  <a:lnTo>
                    <a:pt x="10795" y="33020"/>
                  </a:lnTo>
                  <a:lnTo>
                    <a:pt x="43180" y="54229"/>
                  </a:lnTo>
                  <a:lnTo>
                    <a:pt x="97409" y="76708"/>
                  </a:lnTo>
                  <a:lnTo>
                    <a:pt x="173990" y="89535"/>
                  </a:lnTo>
                  <a:close/>
                </a:path>
              </a:pathLst>
            </a:custGeom>
            <a:solidFill>
              <a:srgbClr val="FFFFFF"/>
            </a:solidFill>
          </p:spPr>
        </p:sp>
      </p:grpSp>
      <p:sp>
        <p:nvSpPr>
          <p:cNvPr id="23" name="Freeform 23"/>
          <p:cNvSpPr/>
          <p:nvPr/>
        </p:nvSpPr>
        <p:spPr>
          <a:xfrm>
            <a:off x="17563315" y="1080067"/>
            <a:ext cx="162610" cy="230903"/>
          </a:xfrm>
          <a:custGeom>
            <a:avLst/>
            <a:gdLst/>
            <a:ahLst/>
            <a:cxnLst/>
            <a:rect l="l" t="t" r="r" b="b"/>
            <a:pathLst>
              <a:path w="162610" h="230903">
                <a:moveTo>
                  <a:pt x="0" y="0"/>
                </a:moveTo>
                <a:lnTo>
                  <a:pt x="162610" y="0"/>
                </a:lnTo>
                <a:lnTo>
                  <a:pt x="162610" y="230903"/>
                </a:lnTo>
                <a:lnTo>
                  <a:pt x="0" y="230903"/>
                </a:lnTo>
                <a:lnTo>
                  <a:pt x="0" y="0"/>
                </a:lnTo>
                <a:close/>
              </a:path>
            </a:pathLst>
          </a:custGeom>
          <a:blipFill>
            <a:blip r:embed="rId15"/>
            <a:stretch>
              <a:fillRect l="-290" r="-290"/>
            </a:stretch>
          </a:blipFill>
        </p:spPr>
      </p:sp>
      <p:grpSp>
        <p:nvGrpSpPr>
          <p:cNvPr id="24" name="Group 24"/>
          <p:cNvGrpSpPr/>
          <p:nvPr/>
        </p:nvGrpSpPr>
        <p:grpSpPr>
          <a:xfrm>
            <a:off x="17604850" y="1252199"/>
            <a:ext cx="280670" cy="75565"/>
            <a:chOff x="0" y="0"/>
            <a:chExt cx="374227" cy="100753"/>
          </a:xfrm>
        </p:grpSpPr>
        <p:sp>
          <p:nvSpPr>
            <p:cNvPr id="25" name="Freeform 25"/>
            <p:cNvSpPr/>
            <p:nvPr/>
          </p:nvSpPr>
          <p:spPr>
            <a:xfrm>
              <a:off x="0" y="0"/>
              <a:ext cx="373888" cy="100330"/>
            </a:xfrm>
            <a:custGeom>
              <a:avLst/>
              <a:gdLst/>
              <a:ahLst/>
              <a:cxnLst/>
              <a:rect l="l" t="t" r="r" b="b"/>
              <a:pathLst>
                <a:path w="373888" h="100330">
                  <a:moveTo>
                    <a:pt x="107188" y="100203"/>
                  </a:moveTo>
                  <a:lnTo>
                    <a:pt x="184658" y="94869"/>
                  </a:lnTo>
                  <a:lnTo>
                    <a:pt x="262763" y="75057"/>
                  </a:lnTo>
                  <a:lnTo>
                    <a:pt x="322453" y="52451"/>
                  </a:lnTo>
                  <a:lnTo>
                    <a:pt x="373888" y="26162"/>
                  </a:lnTo>
                  <a:lnTo>
                    <a:pt x="357886" y="20066"/>
                  </a:lnTo>
                  <a:lnTo>
                    <a:pt x="314325" y="8001"/>
                  </a:lnTo>
                  <a:lnTo>
                    <a:pt x="250571" y="0"/>
                  </a:lnTo>
                  <a:lnTo>
                    <a:pt x="173736" y="5334"/>
                  </a:lnTo>
                  <a:lnTo>
                    <a:pt x="100965" y="24130"/>
                  </a:lnTo>
                  <a:lnTo>
                    <a:pt x="46355" y="45847"/>
                  </a:lnTo>
                  <a:lnTo>
                    <a:pt x="11938" y="63754"/>
                  </a:lnTo>
                  <a:lnTo>
                    <a:pt x="0" y="71247"/>
                  </a:lnTo>
                  <a:lnTo>
                    <a:pt x="12700" y="77978"/>
                  </a:lnTo>
                  <a:lnTo>
                    <a:pt x="49149" y="91186"/>
                  </a:lnTo>
                  <a:lnTo>
                    <a:pt x="107188" y="100330"/>
                  </a:lnTo>
                  <a:close/>
                </a:path>
              </a:pathLst>
            </a:custGeom>
            <a:solidFill>
              <a:srgbClr val="FFFFFF"/>
            </a:solidFill>
          </p:spPr>
        </p:sp>
      </p:grpSp>
      <p:sp>
        <p:nvSpPr>
          <p:cNvPr id="26" name="Freeform 26"/>
          <p:cNvSpPr/>
          <p:nvPr/>
        </p:nvSpPr>
        <p:spPr>
          <a:xfrm>
            <a:off x="17679041" y="1105987"/>
            <a:ext cx="245478" cy="140612"/>
          </a:xfrm>
          <a:custGeom>
            <a:avLst/>
            <a:gdLst/>
            <a:ahLst/>
            <a:cxnLst/>
            <a:rect l="l" t="t" r="r" b="b"/>
            <a:pathLst>
              <a:path w="245478" h="140612">
                <a:moveTo>
                  <a:pt x="0" y="0"/>
                </a:moveTo>
                <a:lnTo>
                  <a:pt x="245478" y="0"/>
                </a:lnTo>
                <a:lnTo>
                  <a:pt x="245478" y="140612"/>
                </a:lnTo>
                <a:lnTo>
                  <a:pt x="0" y="140612"/>
                </a:lnTo>
                <a:lnTo>
                  <a:pt x="0" y="0"/>
                </a:lnTo>
                <a:close/>
              </a:path>
            </a:pathLst>
          </a:custGeom>
          <a:blipFill>
            <a:blip r:embed="rId16"/>
            <a:stretch>
              <a:fillRect t="-359" b="-359"/>
            </a:stretch>
          </a:blipFill>
        </p:spPr>
      </p:sp>
      <p:sp>
        <p:nvSpPr>
          <p:cNvPr id="27" name="Freeform 27"/>
          <p:cNvSpPr/>
          <p:nvPr/>
        </p:nvSpPr>
        <p:spPr>
          <a:xfrm>
            <a:off x="17621199" y="339330"/>
            <a:ext cx="390525" cy="803275"/>
          </a:xfrm>
          <a:custGeom>
            <a:avLst/>
            <a:gdLst/>
            <a:ahLst/>
            <a:cxnLst/>
            <a:rect l="l" t="t" r="r" b="b"/>
            <a:pathLst>
              <a:path w="390525" h="803275">
                <a:moveTo>
                  <a:pt x="0" y="0"/>
                </a:moveTo>
                <a:lnTo>
                  <a:pt x="390525" y="0"/>
                </a:lnTo>
                <a:lnTo>
                  <a:pt x="390525" y="803275"/>
                </a:lnTo>
                <a:lnTo>
                  <a:pt x="0" y="803275"/>
                </a:lnTo>
                <a:lnTo>
                  <a:pt x="0" y="0"/>
                </a:lnTo>
                <a:close/>
              </a:path>
            </a:pathLst>
          </a:custGeom>
          <a:blipFill>
            <a:blip r:embed="rId17">
              <a:extLst>
                <a:ext uri="{96DAC541-7B7A-43D3-8B79-37D633B846F1}">
                  <asvg:svgBlip xmlns:asvg="http://schemas.microsoft.com/office/drawing/2016/SVG/main" r:embed="rId18"/>
                </a:ext>
              </a:extLst>
            </a:blip>
            <a:stretch>
              <a:fillRect/>
            </a:stretch>
          </a:blipFill>
        </p:spPr>
      </p:sp>
      <p:sp>
        <p:nvSpPr>
          <p:cNvPr id="28" name="Freeform 28"/>
          <p:cNvSpPr/>
          <p:nvPr/>
        </p:nvSpPr>
        <p:spPr>
          <a:xfrm>
            <a:off x="17321684" y="1423928"/>
            <a:ext cx="112071" cy="126802"/>
          </a:xfrm>
          <a:custGeom>
            <a:avLst/>
            <a:gdLst/>
            <a:ahLst/>
            <a:cxnLst/>
            <a:rect l="l" t="t" r="r" b="b"/>
            <a:pathLst>
              <a:path w="112071" h="126802">
                <a:moveTo>
                  <a:pt x="0" y="0"/>
                </a:moveTo>
                <a:lnTo>
                  <a:pt x="112071" y="0"/>
                </a:lnTo>
                <a:lnTo>
                  <a:pt x="112071" y="126802"/>
                </a:lnTo>
                <a:lnTo>
                  <a:pt x="0" y="126802"/>
                </a:lnTo>
                <a:lnTo>
                  <a:pt x="0" y="0"/>
                </a:lnTo>
                <a:close/>
              </a:path>
            </a:pathLst>
          </a:custGeom>
          <a:blipFill>
            <a:blip r:embed="rId19"/>
            <a:stretch>
              <a:fillRect l="-2220" r="-2220"/>
            </a:stretch>
          </a:blipFill>
        </p:spPr>
      </p:sp>
      <p:grpSp>
        <p:nvGrpSpPr>
          <p:cNvPr id="29" name="Group 29"/>
          <p:cNvGrpSpPr/>
          <p:nvPr/>
        </p:nvGrpSpPr>
        <p:grpSpPr>
          <a:xfrm>
            <a:off x="16474160" y="744181"/>
            <a:ext cx="38100" cy="307340"/>
            <a:chOff x="0" y="0"/>
            <a:chExt cx="50800" cy="409787"/>
          </a:xfrm>
        </p:grpSpPr>
        <p:sp>
          <p:nvSpPr>
            <p:cNvPr id="30" name="Freeform 30"/>
            <p:cNvSpPr/>
            <p:nvPr/>
          </p:nvSpPr>
          <p:spPr>
            <a:xfrm>
              <a:off x="0" y="367665"/>
              <a:ext cx="41529" cy="41529"/>
            </a:xfrm>
            <a:custGeom>
              <a:avLst/>
              <a:gdLst/>
              <a:ahLst/>
              <a:cxnLst/>
              <a:rect l="l" t="t" r="r" b="b"/>
              <a:pathLst>
                <a:path w="41529" h="41529">
                  <a:moveTo>
                    <a:pt x="41529" y="0"/>
                  </a:moveTo>
                  <a:lnTo>
                    <a:pt x="0" y="0"/>
                  </a:lnTo>
                  <a:lnTo>
                    <a:pt x="0" y="41529"/>
                  </a:lnTo>
                  <a:lnTo>
                    <a:pt x="41529" y="41529"/>
                  </a:lnTo>
                  <a:lnTo>
                    <a:pt x="41529" y="0"/>
                  </a:lnTo>
                  <a:close/>
                </a:path>
              </a:pathLst>
            </a:custGeom>
            <a:solidFill>
              <a:srgbClr val="FFFFFF"/>
            </a:solidFill>
          </p:spPr>
        </p:sp>
        <p:sp>
          <p:nvSpPr>
            <p:cNvPr id="31" name="Freeform 31"/>
            <p:cNvSpPr/>
            <p:nvPr/>
          </p:nvSpPr>
          <p:spPr>
            <a:xfrm>
              <a:off x="9144" y="0"/>
              <a:ext cx="41529" cy="41529"/>
            </a:xfrm>
            <a:custGeom>
              <a:avLst/>
              <a:gdLst/>
              <a:ahLst/>
              <a:cxnLst/>
              <a:rect l="l" t="t" r="r" b="b"/>
              <a:pathLst>
                <a:path w="41529" h="41529">
                  <a:moveTo>
                    <a:pt x="41529" y="0"/>
                  </a:moveTo>
                  <a:lnTo>
                    <a:pt x="0" y="0"/>
                  </a:lnTo>
                  <a:lnTo>
                    <a:pt x="0" y="41529"/>
                  </a:lnTo>
                  <a:lnTo>
                    <a:pt x="41529" y="41529"/>
                  </a:lnTo>
                  <a:lnTo>
                    <a:pt x="41529" y="0"/>
                  </a:lnTo>
                  <a:close/>
                </a:path>
              </a:pathLst>
            </a:custGeom>
            <a:solidFill>
              <a:srgbClr val="FFFFFF"/>
            </a:solidFill>
          </p:spPr>
        </p:sp>
      </p:grpSp>
      <p:sp>
        <p:nvSpPr>
          <p:cNvPr id="32" name="Freeform 32"/>
          <p:cNvSpPr/>
          <p:nvPr/>
        </p:nvSpPr>
        <p:spPr>
          <a:xfrm>
            <a:off x="16947701" y="1390593"/>
            <a:ext cx="135917" cy="134319"/>
          </a:xfrm>
          <a:custGeom>
            <a:avLst/>
            <a:gdLst/>
            <a:ahLst/>
            <a:cxnLst/>
            <a:rect l="l" t="t" r="r" b="b"/>
            <a:pathLst>
              <a:path w="135917" h="134319">
                <a:moveTo>
                  <a:pt x="0" y="0"/>
                </a:moveTo>
                <a:lnTo>
                  <a:pt x="135917" y="0"/>
                </a:lnTo>
                <a:lnTo>
                  <a:pt x="135917" y="134319"/>
                </a:lnTo>
                <a:lnTo>
                  <a:pt x="0" y="134319"/>
                </a:lnTo>
                <a:lnTo>
                  <a:pt x="0" y="0"/>
                </a:lnTo>
                <a:close/>
              </a:path>
            </a:pathLst>
          </a:custGeom>
          <a:blipFill>
            <a:blip r:embed="rId20"/>
            <a:stretch>
              <a:fillRect t="-594" b="-594"/>
            </a:stretch>
          </a:blipFill>
        </p:spPr>
      </p:sp>
      <p:grpSp>
        <p:nvGrpSpPr>
          <p:cNvPr id="33" name="Group 33"/>
          <p:cNvGrpSpPr/>
          <p:nvPr/>
        </p:nvGrpSpPr>
        <p:grpSpPr>
          <a:xfrm>
            <a:off x="16209922" y="1570445"/>
            <a:ext cx="1592580" cy="157480"/>
            <a:chOff x="0" y="0"/>
            <a:chExt cx="2123440" cy="209973"/>
          </a:xfrm>
        </p:grpSpPr>
        <p:sp>
          <p:nvSpPr>
            <p:cNvPr id="34" name="Freeform 34"/>
            <p:cNvSpPr/>
            <p:nvPr/>
          </p:nvSpPr>
          <p:spPr>
            <a:xfrm>
              <a:off x="0" y="0"/>
              <a:ext cx="2123440" cy="209973"/>
            </a:xfrm>
            <a:custGeom>
              <a:avLst/>
              <a:gdLst/>
              <a:ahLst/>
              <a:cxnLst/>
              <a:rect l="l" t="t" r="r" b="b"/>
              <a:pathLst>
                <a:path w="2123440" h="209973">
                  <a:moveTo>
                    <a:pt x="0" y="0"/>
                  </a:moveTo>
                  <a:lnTo>
                    <a:pt x="2123440" y="0"/>
                  </a:lnTo>
                  <a:lnTo>
                    <a:pt x="2123440" y="209973"/>
                  </a:lnTo>
                  <a:lnTo>
                    <a:pt x="0" y="209973"/>
                  </a:lnTo>
                  <a:close/>
                </a:path>
              </a:pathLst>
            </a:custGeom>
          </p:spPr>
        </p:sp>
        <p:sp>
          <p:nvSpPr>
            <p:cNvPr id="35" name="TextBox 35"/>
            <p:cNvSpPr txBox="1"/>
            <p:nvPr/>
          </p:nvSpPr>
          <p:spPr>
            <a:xfrm>
              <a:off x="0" y="-9525"/>
              <a:ext cx="2123440" cy="219498"/>
            </a:xfrm>
            <a:prstGeom prst="rect">
              <a:avLst/>
            </a:prstGeom>
          </p:spPr>
          <p:txBody>
            <a:bodyPr lIns="0" tIns="0" rIns="0" bIns="0" rtlCol="0" anchor="t"/>
            <a:lstStyle/>
            <a:p>
              <a:pPr algn="l">
                <a:lnSpc>
                  <a:spcPts val="1019"/>
                </a:lnSpc>
              </a:pPr>
              <a:r>
                <a:rPr lang="en-US" sz="850" b="1" spc="-55">
                  <a:solidFill>
                    <a:srgbClr val="FFFFFF"/>
                  </a:solidFill>
                  <a:latin typeface="Tahoma Bold"/>
                  <a:ea typeface="Tahoma Bold"/>
                  <a:cs typeface="Tahoma Bold"/>
                  <a:sym typeface="Tahoma Bold"/>
                </a:rPr>
                <a:t>Forum Of Data Science Engineers</a:t>
              </a:r>
            </a:p>
          </p:txBody>
        </p:sp>
      </p:grpSp>
      <p:grpSp>
        <p:nvGrpSpPr>
          <p:cNvPr id="36" name="Group 36"/>
          <p:cNvGrpSpPr/>
          <p:nvPr/>
        </p:nvGrpSpPr>
        <p:grpSpPr>
          <a:xfrm>
            <a:off x="1016000" y="276291"/>
            <a:ext cx="11351260" cy="926973"/>
            <a:chOff x="0" y="0"/>
            <a:chExt cx="15135013" cy="1235964"/>
          </a:xfrm>
        </p:grpSpPr>
        <p:sp>
          <p:nvSpPr>
            <p:cNvPr id="37" name="Freeform 37"/>
            <p:cNvSpPr/>
            <p:nvPr/>
          </p:nvSpPr>
          <p:spPr>
            <a:xfrm>
              <a:off x="0" y="0"/>
              <a:ext cx="15135014" cy="1235964"/>
            </a:xfrm>
            <a:custGeom>
              <a:avLst/>
              <a:gdLst/>
              <a:ahLst/>
              <a:cxnLst/>
              <a:rect l="l" t="t" r="r" b="b"/>
              <a:pathLst>
                <a:path w="15135014" h="1235964">
                  <a:moveTo>
                    <a:pt x="0" y="0"/>
                  </a:moveTo>
                  <a:lnTo>
                    <a:pt x="15135014" y="0"/>
                  </a:lnTo>
                  <a:lnTo>
                    <a:pt x="15135014" y="1235964"/>
                  </a:lnTo>
                  <a:lnTo>
                    <a:pt x="0" y="1235964"/>
                  </a:lnTo>
                  <a:close/>
                </a:path>
              </a:pathLst>
            </a:custGeom>
          </p:spPr>
        </p:sp>
        <p:sp>
          <p:nvSpPr>
            <p:cNvPr id="38" name="TextBox 38"/>
            <p:cNvSpPr txBox="1"/>
            <p:nvPr/>
          </p:nvSpPr>
          <p:spPr>
            <a:xfrm>
              <a:off x="0" y="-9525"/>
              <a:ext cx="15135013" cy="1245489"/>
            </a:xfrm>
            <a:prstGeom prst="rect">
              <a:avLst/>
            </a:prstGeom>
          </p:spPr>
          <p:txBody>
            <a:bodyPr lIns="0" tIns="0" rIns="0" bIns="0" rtlCol="0" anchor="t"/>
            <a:lstStyle/>
            <a:p>
              <a:pPr algn="l">
                <a:lnSpc>
                  <a:spcPts val="6120"/>
                </a:lnSpc>
              </a:pPr>
              <a:r>
                <a:rPr lang="en-US" sz="5100" b="1" spc="165" dirty="0">
                  <a:solidFill>
                    <a:srgbClr val="FFFFFF"/>
                  </a:solidFill>
                  <a:latin typeface="Atkinson Hyperlegible Bold"/>
                  <a:ea typeface="Atkinson Hyperlegible Bold"/>
                  <a:cs typeface="Atkinson Hyperlegible Bold"/>
                  <a:sym typeface="Atkinson Hyperlegible Bold"/>
                </a:rPr>
                <a:t>NOVELTY / USE CASE</a:t>
              </a:r>
            </a:p>
          </p:txBody>
        </p:sp>
      </p:grpSp>
      <p:sp>
        <p:nvSpPr>
          <p:cNvPr id="39" name="Freeform 39"/>
          <p:cNvSpPr/>
          <p:nvPr/>
        </p:nvSpPr>
        <p:spPr>
          <a:xfrm>
            <a:off x="13399418" y="8565193"/>
            <a:ext cx="4888580" cy="1721806"/>
          </a:xfrm>
          <a:custGeom>
            <a:avLst/>
            <a:gdLst/>
            <a:ahLst/>
            <a:cxnLst/>
            <a:rect l="l" t="t" r="r" b="b"/>
            <a:pathLst>
              <a:path w="4888580" h="1721806">
                <a:moveTo>
                  <a:pt x="0" y="0"/>
                </a:moveTo>
                <a:lnTo>
                  <a:pt x="4888580" y="0"/>
                </a:lnTo>
                <a:lnTo>
                  <a:pt x="4888580" y="1721806"/>
                </a:lnTo>
                <a:lnTo>
                  <a:pt x="0" y="1721806"/>
                </a:lnTo>
                <a:lnTo>
                  <a:pt x="0" y="0"/>
                </a:lnTo>
                <a:close/>
              </a:path>
            </a:pathLst>
          </a:custGeom>
          <a:blipFill>
            <a:blip r:embed="rId21"/>
            <a:stretch>
              <a:fillRect/>
            </a:stretch>
          </a:blipFill>
        </p:spPr>
      </p:sp>
      <p:sp>
        <p:nvSpPr>
          <p:cNvPr id="40" name="TextBox 39">
            <a:extLst>
              <a:ext uri="{FF2B5EF4-FFF2-40B4-BE49-F238E27FC236}">
                <a16:creationId xmlns:a16="http://schemas.microsoft.com/office/drawing/2014/main" id="{3CEE3788-DEEE-06B3-0A23-E36A210FF026}"/>
              </a:ext>
            </a:extLst>
          </p:cNvPr>
          <p:cNvSpPr txBox="1"/>
          <p:nvPr/>
        </p:nvSpPr>
        <p:spPr>
          <a:xfrm>
            <a:off x="832308" y="2019300"/>
            <a:ext cx="15011400" cy="4031873"/>
          </a:xfrm>
          <a:prstGeom prst="rect">
            <a:avLst/>
          </a:prstGeom>
          <a:noFill/>
        </p:spPr>
        <p:txBody>
          <a:bodyPr wrap="square" rtlCol="0">
            <a:spAutoFit/>
          </a:bodyPr>
          <a:lstStyle/>
          <a:p>
            <a:r>
              <a:rPr lang="en-US" sz="3200" dirty="0">
                <a:solidFill>
                  <a:schemeClr val="bg1"/>
                </a:solidFill>
              </a:rPr>
              <a:t>This project introduces a smart system that helps industries achieve carbon neutrality by combining tree plantation tracking with satellite monitoring and AI-based carbon absorption estimation. Unlike traditional carbon offset programs that rely on manual reporting, this solution provides a transparent and data-driven method to verify whether planted trees are actually absorbing enough carbon to balance industrial emissions. By continuously monitoring tree growth and comparing carbon absorbed with carbon emitted, the system ensures accountability, prevents greenwashing, and supports industries in maintaining a measurable and sustainable environmental impact.</a:t>
            </a:r>
            <a:endParaRPr lang="en-IN" sz="3200" dirty="0">
              <a:solidFill>
                <a:schemeClr val="bg1"/>
              </a:solidFill>
            </a:endParaRP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2"/>
            <a:stretch>
              <a:fillRect t="-128765" r="-84"/>
            </a:stretch>
          </a:blipFill>
        </p:spPr>
      </p:sp>
      <p:sp>
        <p:nvSpPr>
          <p:cNvPr id="3" name="Freeform 3"/>
          <p:cNvSpPr/>
          <p:nvPr/>
        </p:nvSpPr>
        <p:spPr>
          <a:xfrm>
            <a:off x="1028700" y="9013461"/>
            <a:ext cx="1847849" cy="962024"/>
          </a:xfrm>
          <a:custGeom>
            <a:avLst/>
            <a:gdLst/>
            <a:ahLst/>
            <a:cxnLst/>
            <a:rect l="l" t="t" r="r" b="b"/>
            <a:pathLst>
              <a:path w="1847849" h="962024">
                <a:moveTo>
                  <a:pt x="0" y="0"/>
                </a:moveTo>
                <a:lnTo>
                  <a:pt x="1847849" y="0"/>
                </a:lnTo>
                <a:lnTo>
                  <a:pt x="1847849" y="962024"/>
                </a:lnTo>
                <a:lnTo>
                  <a:pt x="0" y="962024"/>
                </a:lnTo>
                <a:lnTo>
                  <a:pt x="0" y="0"/>
                </a:lnTo>
                <a:close/>
              </a:path>
            </a:pathLst>
          </a:custGeom>
          <a:blipFill>
            <a:blip r:embed="rId3"/>
            <a:stretch>
              <a:fillRect t="-107" b="-107"/>
            </a:stretch>
          </a:blipFill>
        </p:spPr>
      </p:sp>
      <p:grpSp>
        <p:nvGrpSpPr>
          <p:cNvPr id="4" name="Group 4"/>
          <p:cNvGrpSpPr/>
          <p:nvPr/>
        </p:nvGrpSpPr>
        <p:grpSpPr>
          <a:xfrm>
            <a:off x="16423285" y="1390609"/>
            <a:ext cx="275590" cy="78740"/>
            <a:chOff x="0" y="0"/>
            <a:chExt cx="367453" cy="104987"/>
          </a:xfrm>
        </p:grpSpPr>
        <p:sp>
          <p:nvSpPr>
            <p:cNvPr id="5" name="Freeform 5"/>
            <p:cNvSpPr/>
            <p:nvPr/>
          </p:nvSpPr>
          <p:spPr>
            <a:xfrm>
              <a:off x="0" y="0"/>
              <a:ext cx="366776" cy="104394"/>
            </a:xfrm>
            <a:custGeom>
              <a:avLst/>
              <a:gdLst/>
              <a:ahLst/>
              <a:cxnLst/>
              <a:rect l="l" t="t" r="r" b="b"/>
              <a:pathLst>
                <a:path w="366776" h="104394">
                  <a:moveTo>
                    <a:pt x="112522" y="104267"/>
                  </a:moveTo>
                  <a:lnTo>
                    <a:pt x="48895" y="101346"/>
                  </a:lnTo>
                  <a:lnTo>
                    <a:pt x="11938" y="94234"/>
                  </a:lnTo>
                  <a:lnTo>
                    <a:pt x="0" y="90297"/>
                  </a:lnTo>
                  <a:lnTo>
                    <a:pt x="15748" y="77851"/>
                  </a:lnTo>
                  <a:lnTo>
                    <a:pt x="57277" y="49911"/>
                  </a:lnTo>
                  <a:lnTo>
                    <a:pt x="115824" y="20447"/>
                  </a:lnTo>
                  <a:lnTo>
                    <a:pt x="182880" y="3556"/>
                  </a:lnTo>
                  <a:lnTo>
                    <a:pt x="250063" y="0"/>
                  </a:lnTo>
                  <a:lnTo>
                    <a:pt x="308991" y="0"/>
                  </a:lnTo>
                  <a:lnTo>
                    <a:pt x="350774" y="1524"/>
                  </a:lnTo>
                  <a:lnTo>
                    <a:pt x="366776" y="2540"/>
                  </a:lnTo>
                  <a:lnTo>
                    <a:pt x="361315" y="14097"/>
                  </a:lnTo>
                  <a:lnTo>
                    <a:pt x="338836" y="41148"/>
                  </a:lnTo>
                  <a:lnTo>
                    <a:pt x="289560" y="72136"/>
                  </a:lnTo>
                  <a:lnTo>
                    <a:pt x="204343" y="96012"/>
                  </a:lnTo>
                  <a:lnTo>
                    <a:pt x="112522" y="104394"/>
                  </a:lnTo>
                  <a:close/>
                </a:path>
              </a:pathLst>
            </a:custGeom>
            <a:solidFill>
              <a:srgbClr val="FFFFFF"/>
            </a:solidFill>
          </p:spPr>
        </p:sp>
      </p:grpSp>
      <p:sp>
        <p:nvSpPr>
          <p:cNvPr id="6" name="Freeform 6"/>
          <p:cNvSpPr/>
          <p:nvPr/>
        </p:nvSpPr>
        <p:spPr>
          <a:xfrm>
            <a:off x="16469713" y="1223585"/>
            <a:ext cx="228624" cy="168915"/>
          </a:xfrm>
          <a:custGeom>
            <a:avLst/>
            <a:gdLst/>
            <a:ahLst/>
            <a:cxnLst/>
            <a:rect l="l" t="t" r="r" b="b"/>
            <a:pathLst>
              <a:path w="228624" h="168915">
                <a:moveTo>
                  <a:pt x="0" y="0"/>
                </a:moveTo>
                <a:lnTo>
                  <a:pt x="228624" y="0"/>
                </a:lnTo>
                <a:lnTo>
                  <a:pt x="228624" y="168915"/>
                </a:lnTo>
                <a:lnTo>
                  <a:pt x="0" y="168915"/>
                </a:lnTo>
                <a:lnTo>
                  <a:pt x="0" y="0"/>
                </a:lnTo>
                <a:close/>
              </a:path>
            </a:pathLst>
          </a:custGeom>
          <a:blipFill>
            <a:blip r:embed="rId4"/>
            <a:stretch>
              <a:fillRect l="-662" r="-662"/>
            </a:stretch>
          </a:blipFill>
        </p:spPr>
      </p:sp>
      <p:grpSp>
        <p:nvGrpSpPr>
          <p:cNvPr id="7" name="Group 7"/>
          <p:cNvGrpSpPr/>
          <p:nvPr/>
        </p:nvGrpSpPr>
        <p:grpSpPr>
          <a:xfrm>
            <a:off x="16288898" y="1340965"/>
            <a:ext cx="281305" cy="67310"/>
            <a:chOff x="0" y="0"/>
            <a:chExt cx="375073" cy="89747"/>
          </a:xfrm>
        </p:grpSpPr>
        <p:sp>
          <p:nvSpPr>
            <p:cNvPr id="8" name="Freeform 8"/>
            <p:cNvSpPr/>
            <p:nvPr/>
          </p:nvSpPr>
          <p:spPr>
            <a:xfrm>
              <a:off x="0" y="0"/>
              <a:ext cx="374269" cy="89662"/>
            </a:xfrm>
            <a:custGeom>
              <a:avLst/>
              <a:gdLst/>
              <a:ahLst/>
              <a:cxnLst/>
              <a:rect l="l" t="t" r="r" b="b"/>
              <a:pathLst>
                <a:path w="374269" h="89662">
                  <a:moveTo>
                    <a:pt x="199898" y="89662"/>
                  </a:moveTo>
                  <a:lnTo>
                    <a:pt x="119253" y="88265"/>
                  </a:lnTo>
                  <a:lnTo>
                    <a:pt x="56007" y="79883"/>
                  </a:lnTo>
                  <a:lnTo>
                    <a:pt x="14732" y="70485"/>
                  </a:lnTo>
                  <a:lnTo>
                    <a:pt x="0" y="66040"/>
                  </a:lnTo>
                  <a:lnTo>
                    <a:pt x="14224" y="56388"/>
                  </a:lnTo>
                  <a:lnTo>
                    <a:pt x="53848" y="34925"/>
                  </a:lnTo>
                  <a:lnTo>
                    <a:pt x="113919" y="12446"/>
                  </a:lnTo>
                  <a:lnTo>
                    <a:pt x="189992" y="0"/>
                  </a:lnTo>
                  <a:lnTo>
                    <a:pt x="265176" y="1651"/>
                  </a:lnTo>
                  <a:lnTo>
                    <a:pt x="323342" y="10287"/>
                  </a:lnTo>
                  <a:lnTo>
                    <a:pt x="360934" y="19812"/>
                  </a:lnTo>
                  <a:lnTo>
                    <a:pt x="374269" y="24384"/>
                  </a:lnTo>
                  <a:lnTo>
                    <a:pt x="363474" y="33782"/>
                  </a:lnTo>
                  <a:lnTo>
                    <a:pt x="330962" y="54991"/>
                  </a:lnTo>
                  <a:lnTo>
                    <a:pt x="276479" y="77216"/>
                  </a:lnTo>
                  <a:lnTo>
                    <a:pt x="199898" y="89662"/>
                  </a:lnTo>
                  <a:close/>
                </a:path>
              </a:pathLst>
            </a:custGeom>
            <a:solidFill>
              <a:srgbClr val="FFFFFF"/>
            </a:solidFill>
          </p:spPr>
        </p:sp>
      </p:grpSp>
      <p:sp>
        <p:nvSpPr>
          <p:cNvPr id="9" name="Freeform 9"/>
          <p:cNvSpPr/>
          <p:nvPr/>
        </p:nvSpPr>
        <p:spPr>
          <a:xfrm>
            <a:off x="16304772" y="1079767"/>
            <a:ext cx="161462" cy="231707"/>
          </a:xfrm>
          <a:custGeom>
            <a:avLst/>
            <a:gdLst/>
            <a:ahLst/>
            <a:cxnLst/>
            <a:rect l="l" t="t" r="r" b="b"/>
            <a:pathLst>
              <a:path w="161462" h="231707">
                <a:moveTo>
                  <a:pt x="0" y="0"/>
                </a:moveTo>
                <a:lnTo>
                  <a:pt x="161462" y="0"/>
                </a:lnTo>
                <a:lnTo>
                  <a:pt x="161462" y="231707"/>
                </a:lnTo>
                <a:lnTo>
                  <a:pt x="0" y="231707"/>
                </a:lnTo>
                <a:lnTo>
                  <a:pt x="0" y="0"/>
                </a:lnTo>
                <a:close/>
              </a:path>
            </a:pathLst>
          </a:custGeom>
          <a:blipFill>
            <a:blip r:embed="rId5"/>
            <a:stretch>
              <a:fillRect t="-679" b="-679"/>
            </a:stretch>
          </a:blipFill>
        </p:spPr>
      </p:sp>
      <p:grpSp>
        <p:nvGrpSpPr>
          <p:cNvPr id="10" name="Group 10"/>
          <p:cNvGrpSpPr/>
          <p:nvPr/>
        </p:nvGrpSpPr>
        <p:grpSpPr>
          <a:xfrm>
            <a:off x="16144541" y="1251566"/>
            <a:ext cx="280670" cy="76200"/>
            <a:chOff x="0" y="0"/>
            <a:chExt cx="374227" cy="101600"/>
          </a:xfrm>
        </p:grpSpPr>
        <p:sp>
          <p:nvSpPr>
            <p:cNvPr id="11" name="Freeform 11"/>
            <p:cNvSpPr/>
            <p:nvPr/>
          </p:nvSpPr>
          <p:spPr>
            <a:xfrm>
              <a:off x="0" y="0"/>
              <a:ext cx="373507" cy="100965"/>
            </a:xfrm>
            <a:custGeom>
              <a:avLst/>
              <a:gdLst/>
              <a:ahLst/>
              <a:cxnLst/>
              <a:rect l="l" t="t" r="r" b="b"/>
              <a:pathLst>
                <a:path w="373507" h="100965">
                  <a:moveTo>
                    <a:pt x="266192" y="100965"/>
                  </a:moveTo>
                  <a:lnTo>
                    <a:pt x="188849" y="95123"/>
                  </a:lnTo>
                  <a:lnTo>
                    <a:pt x="110744" y="74930"/>
                  </a:lnTo>
                  <a:lnTo>
                    <a:pt x="51308" y="51943"/>
                  </a:lnTo>
                  <a:lnTo>
                    <a:pt x="0" y="25400"/>
                  </a:lnTo>
                  <a:lnTo>
                    <a:pt x="16129" y="19431"/>
                  </a:lnTo>
                  <a:lnTo>
                    <a:pt x="59563" y="7747"/>
                  </a:lnTo>
                  <a:lnTo>
                    <a:pt x="123317" y="0"/>
                  </a:lnTo>
                  <a:lnTo>
                    <a:pt x="200152" y="5715"/>
                  </a:lnTo>
                  <a:lnTo>
                    <a:pt x="272796" y="24892"/>
                  </a:lnTo>
                  <a:lnTo>
                    <a:pt x="327279" y="46863"/>
                  </a:lnTo>
                  <a:lnTo>
                    <a:pt x="361569" y="65024"/>
                  </a:lnTo>
                  <a:lnTo>
                    <a:pt x="373507" y="72517"/>
                  </a:lnTo>
                  <a:lnTo>
                    <a:pt x="360807" y="79121"/>
                  </a:lnTo>
                  <a:lnTo>
                    <a:pt x="324231" y="92075"/>
                  </a:lnTo>
                  <a:lnTo>
                    <a:pt x="266065" y="100965"/>
                  </a:lnTo>
                  <a:close/>
                </a:path>
              </a:pathLst>
            </a:custGeom>
            <a:solidFill>
              <a:srgbClr val="FFFFFF"/>
            </a:solidFill>
          </p:spPr>
        </p:sp>
      </p:grpSp>
      <p:sp>
        <p:nvSpPr>
          <p:cNvPr id="12" name="Freeform 12"/>
          <p:cNvSpPr/>
          <p:nvPr/>
        </p:nvSpPr>
        <p:spPr>
          <a:xfrm>
            <a:off x="16106052" y="1104701"/>
            <a:ext cx="244782" cy="141776"/>
          </a:xfrm>
          <a:custGeom>
            <a:avLst/>
            <a:gdLst/>
            <a:ahLst/>
            <a:cxnLst/>
            <a:rect l="l" t="t" r="r" b="b"/>
            <a:pathLst>
              <a:path w="244782" h="141776">
                <a:moveTo>
                  <a:pt x="0" y="0"/>
                </a:moveTo>
                <a:lnTo>
                  <a:pt x="244782" y="0"/>
                </a:lnTo>
                <a:lnTo>
                  <a:pt x="244782" y="141776"/>
                </a:lnTo>
                <a:lnTo>
                  <a:pt x="0" y="141776"/>
                </a:lnTo>
                <a:lnTo>
                  <a:pt x="0" y="0"/>
                </a:lnTo>
                <a:close/>
              </a:path>
            </a:pathLst>
          </a:custGeom>
          <a:blipFill>
            <a:blip r:embed="rId6"/>
            <a:stretch>
              <a:fillRect t="-780" b="-780"/>
            </a:stretch>
          </a:blipFill>
        </p:spPr>
      </p:sp>
      <p:sp>
        <p:nvSpPr>
          <p:cNvPr id="13" name="Freeform 13"/>
          <p:cNvSpPr/>
          <p:nvPr/>
        </p:nvSpPr>
        <p:spPr>
          <a:xfrm>
            <a:off x="16019856" y="339559"/>
            <a:ext cx="393700" cy="802640"/>
          </a:xfrm>
          <a:custGeom>
            <a:avLst/>
            <a:gdLst/>
            <a:ahLst/>
            <a:cxnLst/>
            <a:rect l="l" t="t" r="r" b="b"/>
            <a:pathLst>
              <a:path w="393700" h="802640">
                <a:moveTo>
                  <a:pt x="0" y="0"/>
                </a:moveTo>
                <a:lnTo>
                  <a:pt x="393700" y="0"/>
                </a:lnTo>
                <a:lnTo>
                  <a:pt x="393700" y="802640"/>
                </a:lnTo>
                <a:lnTo>
                  <a:pt x="0" y="802640"/>
                </a:lnTo>
                <a:lnTo>
                  <a:pt x="0" y="0"/>
                </a:lnTo>
                <a:close/>
              </a:path>
            </a:pathLst>
          </a:custGeom>
          <a:blipFill>
            <a:blip r:embed="rId7">
              <a:extLst>
                <a:ext uri="{96DAC541-7B7A-43D3-8B79-37D633B846F1}">
                  <asvg:svgBlip xmlns:asvg="http://schemas.microsoft.com/office/drawing/2016/SVG/main" r:embed="rId8"/>
                </a:ext>
              </a:extLst>
            </a:blip>
            <a:stretch>
              <a:fillRect/>
            </a:stretch>
          </a:blipFill>
        </p:spPr>
      </p:sp>
      <p:sp>
        <p:nvSpPr>
          <p:cNvPr id="14" name="Freeform 14"/>
          <p:cNvSpPr/>
          <p:nvPr/>
        </p:nvSpPr>
        <p:spPr>
          <a:xfrm>
            <a:off x="16594649" y="1425631"/>
            <a:ext cx="112653" cy="126308"/>
          </a:xfrm>
          <a:custGeom>
            <a:avLst/>
            <a:gdLst/>
            <a:ahLst/>
            <a:cxnLst/>
            <a:rect l="l" t="t" r="r" b="b"/>
            <a:pathLst>
              <a:path w="112653" h="126308">
                <a:moveTo>
                  <a:pt x="0" y="0"/>
                </a:moveTo>
                <a:lnTo>
                  <a:pt x="112653" y="0"/>
                </a:lnTo>
                <a:lnTo>
                  <a:pt x="112653" y="126308"/>
                </a:lnTo>
                <a:lnTo>
                  <a:pt x="0" y="126308"/>
                </a:lnTo>
                <a:lnTo>
                  <a:pt x="0" y="0"/>
                </a:lnTo>
                <a:close/>
              </a:path>
            </a:pathLst>
          </a:custGeom>
          <a:blipFill>
            <a:blip r:embed="rId9"/>
            <a:stretch>
              <a:fillRect t="-168" b="-168"/>
            </a:stretch>
          </a:blipFill>
        </p:spPr>
      </p:sp>
      <p:sp>
        <p:nvSpPr>
          <p:cNvPr id="15" name="Freeform 15"/>
          <p:cNvSpPr/>
          <p:nvPr/>
        </p:nvSpPr>
        <p:spPr>
          <a:xfrm>
            <a:off x="16480534" y="758952"/>
            <a:ext cx="259079" cy="414527"/>
          </a:xfrm>
          <a:custGeom>
            <a:avLst/>
            <a:gdLst/>
            <a:ahLst/>
            <a:cxnLst/>
            <a:rect l="l" t="t" r="r" b="b"/>
            <a:pathLst>
              <a:path w="259079" h="414527">
                <a:moveTo>
                  <a:pt x="0" y="0"/>
                </a:moveTo>
                <a:lnTo>
                  <a:pt x="259079" y="0"/>
                </a:lnTo>
                <a:lnTo>
                  <a:pt x="259079" y="414527"/>
                </a:lnTo>
                <a:lnTo>
                  <a:pt x="0" y="414527"/>
                </a:lnTo>
                <a:lnTo>
                  <a:pt x="0" y="0"/>
                </a:lnTo>
                <a:close/>
              </a:path>
            </a:pathLst>
          </a:custGeom>
          <a:blipFill>
            <a:blip r:embed="rId10"/>
            <a:stretch>
              <a:fillRect/>
            </a:stretch>
          </a:blipFill>
        </p:spPr>
      </p:sp>
      <p:sp>
        <p:nvSpPr>
          <p:cNvPr id="16" name="Freeform 16"/>
          <p:cNvSpPr/>
          <p:nvPr/>
        </p:nvSpPr>
        <p:spPr>
          <a:xfrm>
            <a:off x="16424389" y="792619"/>
            <a:ext cx="151765" cy="323850"/>
          </a:xfrm>
          <a:custGeom>
            <a:avLst/>
            <a:gdLst/>
            <a:ahLst/>
            <a:cxnLst/>
            <a:rect l="l" t="t" r="r" b="b"/>
            <a:pathLst>
              <a:path w="151765" h="323850">
                <a:moveTo>
                  <a:pt x="0" y="0"/>
                </a:moveTo>
                <a:lnTo>
                  <a:pt x="151765" y="0"/>
                </a:lnTo>
                <a:lnTo>
                  <a:pt x="151765" y="323850"/>
                </a:lnTo>
                <a:lnTo>
                  <a:pt x="0" y="323850"/>
                </a:lnTo>
                <a:lnTo>
                  <a:pt x="0" y="0"/>
                </a:lnTo>
                <a:close/>
              </a:path>
            </a:pathLst>
          </a:custGeom>
          <a:blipFill>
            <a:blip r:embed="rId11">
              <a:extLst>
                <a:ext uri="{96DAC541-7B7A-43D3-8B79-37D633B846F1}">
                  <asvg:svgBlip xmlns:asvg="http://schemas.microsoft.com/office/drawing/2016/SVG/main" r:embed="rId12"/>
                </a:ext>
              </a:extLst>
            </a:blip>
            <a:stretch>
              <a:fillRect/>
            </a:stretch>
          </a:blipFill>
        </p:spPr>
      </p:sp>
      <p:sp>
        <p:nvSpPr>
          <p:cNvPr id="17" name="Freeform 17"/>
          <p:cNvSpPr/>
          <p:nvPr/>
        </p:nvSpPr>
        <p:spPr>
          <a:xfrm>
            <a:off x="16669510" y="755904"/>
            <a:ext cx="999743" cy="384047"/>
          </a:xfrm>
          <a:custGeom>
            <a:avLst/>
            <a:gdLst/>
            <a:ahLst/>
            <a:cxnLst/>
            <a:rect l="l" t="t" r="r" b="b"/>
            <a:pathLst>
              <a:path w="999743" h="384047">
                <a:moveTo>
                  <a:pt x="0" y="0"/>
                </a:moveTo>
                <a:lnTo>
                  <a:pt x="999743" y="0"/>
                </a:lnTo>
                <a:lnTo>
                  <a:pt x="999743" y="384047"/>
                </a:lnTo>
                <a:lnTo>
                  <a:pt x="0" y="384047"/>
                </a:lnTo>
                <a:lnTo>
                  <a:pt x="0" y="0"/>
                </a:lnTo>
                <a:close/>
              </a:path>
            </a:pathLst>
          </a:custGeom>
          <a:blipFill>
            <a:blip r:embed="rId13"/>
            <a:stretch>
              <a:fillRect/>
            </a:stretch>
          </a:blipFill>
        </p:spPr>
      </p:sp>
      <p:grpSp>
        <p:nvGrpSpPr>
          <p:cNvPr id="18" name="Group 18"/>
          <p:cNvGrpSpPr/>
          <p:nvPr/>
        </p:nvGrpSpPr>
        <p:grpSpPr>
          <a:xfrm>
            <a:off x="17330812" y="1389182"/>
            <a:ext cx="274955" cy="79375"/>
            <a:chOff x="0" y="0"/>
            <a:chExt cx="366607" cy="105833"/>
          </a:xfrm>
        </p:grpSpPr>
        <p:sp>
          <p:nvSpPr>
            <p:cNvPr id="19" name="Freeform 19"/>
            <p:cNvSpPr/>
            <p:nvPr/>
          </p:nvSpPr>
          <p:spPr>
            <a:xfrm>
              <a:off x="0" y="0"/>
              <a:ext cx="366268" cy="105283"/>
            </a:xfrm>
            <a:custGeom>
              <a:avLst/>
              <a:gdLst/>
              <a:ahLst/>
              <a:cxnLst/>
              <a:rect l="l" t="t" r="r" b="b"/>
              <a:pathLst>
                <a:path w="366268" h="105283">
                  <a:moveTo>
                    <a:pt x="253746" y="105283"/>
                  </a:moveTo>
                  <a:lnTo>
                    <a:pt x="317373" y="102616"/>
                  </a:lnTo>
                  <a:lnTo>
                    <a:pt x="354330" y="95758"/>
                  </a:lnTo>
                  <a:lnTo>
                    <a:pt x="366268" y="91821"/>
                  </a:lnTo>
                  <a:lnTo>
                    <a:pt x="350520" y="79375"/>
                  </a:lnTo>
                  <a:lnTo>
                    <a:pt x="250698" y="21590"/>
                  </a:lnTo>
                  <a:lnTo>
                    <a:pt x="183896" y="4191"/>
                  </a:lnTo>
                  <a:lnTo>
                    <a:pt x="116713" y="254"/>
                  </a:lnTo>
                  <a:lnTo>
                    <a:pt x="57785" y="0"/>
                  </a:lnTo>
                  <a:lnTo>
                    <a:pt x="15875" y="1270"/>
                  </a:lnTo>
                  <a:lnTo>
                    <a:pt x="0" y="2159"/>
                  </a:lnTo>
                  <a:lnTo>
                    <a:pt x="5334" y="13716"/>
                  </a:lnTo>
                  <a:lnTo>
                    <a:pt x="27813" y="40894"/>
                  </a:lnTo>
                  <a:lnTo>
                    <a:pt x="76708" y="72263"/>
                  </a:lnTo>
                  <a:lnTo>
                    <a:pt x="161925" y="96520"/>
                  </a:lnTo>
                  <a:lnTo>
                    <a:pt x="253746" y="105283"/>
                  </a:lnTo>
                  <a:close/>
                </a:path>
              </a:pathLst>
            </a:custGeom>
            <a:solidFill>
              <a:srgbClr val="FFFFFF"/>
            </a:solidFill>
          </p:spPr>
        </p:sp>
      </p:grpSp>
      <p:sp>
        <p:nvSpPr>
          <p:cNvPr id="20" name="Freeform 20"/>
          <p:cNvSpPr/>
          <p:nvPr/>
        </p:nvSpPr>
        <p:spPr>
          <a:xfrm>
            <a:off x="17330812" y="1223064"/>
            <a:ext cx="229460" cy="167778"/>
          </a:xfrm>
          <a:custGeom>
            <a:avLst/>
            <a:gdLst/>
            <a:ahLst/>
            <a:cxnLst/>
            <a:rect l="l" t="t" r="r" b="b"/>
            <a:pathLst>
              <a:path w="229460" h="167778">
                <a:moveTo>
                  <a:pt x="0" y="0"/>
                </a:moveTo>
                <a:lnTo>
                  <a:pt x="229460" y="0"/>
                </a:lnTo>
                <a:lnTo>
                  <a:pt x="229460" y="167778"/>
                </a:lnTo>
                <a:lnTo>
                  <a:pt x="0" y="167778"/>
                </a:lnTo>
                <a:lnTo>
                  <a:pt x="0" y="0"/>
                </a:lnTo>
                <a:close/>
              </a:path>
            </a:pathLst>
          </a:custGeom>
          <a:blipFill>
            <a:blip r:embed="rId14"/>
            <a:stretch>
              <a:fillRect l="-138" r="-138"/>
            </a:stretch>
          </a:blipFill>
        </p:spPr>
      </p:sp>
      <p:grpSp>
        <p:nvGrpSpPr>
          <p:cNvPr id="21" name="Group 21"/>
          <p:cNvGrpSpPr/>
          <p:nvPr/>
        </p:nvGrpSpPr>
        <p:grpSpPr>
          <a:xfrm>
            <a:off x="17459738" y="1340632"/>
            <a:ext cx="280670" cy="67310"/>
            <a:chOff x="0" y="0"/>
            <a:chExt cx="374227" cy="89747"/>
          </a:xfrm>
        </p:grpSpPr>
        <p:sp>
          <p:nvSpPr>
            <p:cNvPr id="22" name="Freeform 22"/>
            <p:cNvSpPr/>
            <p:nvPr/>
          </p:nvSpPr>
          <p:spPr>
            <a:xfrm>
              <a:off x="0" y="0"/>
              <a:ext cx="374015" cy="89535"/>
            </a:xfrm>
            <a:custGeom>
              <a:avLst/>
              <a:gdLst/>
              <a:ahLst/>
              <a:cxnLst/>
              <a:rect l="l" t="t" r="r" b="b"/>
              <a:pathLst>
                <a:path w="374015" h="89535">
                  <a:moveTo>
                    <a:pt x="173990" y="89535"/>
                  </a:moveTo>
                  <a:lnTo>
                    <a:pt x="254635" y="88519"/>
                  </a:lnTo>
                  <a:lnTo>
                    <a:pt x="317881" y="80518"/>
                  </a:lnTo>
                  <a:lnTo>
                    <a:pt x="359156" y="71374"/>
                  </a:lnTo>
                  <a:lnTo>
                    <a:pt x="374015" y="67056"/>
                  </a:lnTo>
                  <a:lnTo>
                    <a:pt x="359791" y="57404"/>
                  </a:lnTo>
                  <a:lnTo>
                    <a:pt x="320421" y="35560"/>
                  </a:lnTo>
                  <a:lnTo>
                    <a:pt x="260350" y="12827"/>
                  </a:lnTo>
                  <a:lnTo>
                    <a:pt x="184277" y="0"/>
                  </a:lnTo>
                  <a:lnTo>
                    <a:pt x="109220" y="1270"/>
                  </a:lnTo>
                  <a:lnTo>
                    <a:pt x="50927" y="9652"/>
                  </a:lnTo>
                  <a:lnTo>
                    <a:pt x="13335" y="19050"/>
                  </a:lnTo>
                  <a:lnTo>
                    <a:pt x="0" y="23495"/>
                  </a:lnTo>
                  <a:lnTo>
                    <a:pt x="10795" y="33020"/>
                  </a:lnTo>
                  <a:lnTo>
                    <a:pt x="43180" y="54229"/>
                  </a:lnTo>
                  <a:lnTo>
                    <a:pt x="97409" y="76708"/>
                  </a:lnTo>
                  <a:lnTo>
                    <a:pt x="173990" y="89535"/>
                  </a:lnTo>
                  <a:close/>
                </a:path>
              </a:pathLst>
            </a:custGeom>
            <a:solidFill>
              <a:srgbClr val="FFFFFF"/>
            </a:solidFill>
          </p:spPr>
        </p:sp>
      </p:grpSp>
      <p:sp>
        <p:nvSpPr>
          <p:cNvPr id="23" name="Freeform 23"/>
          <p:cNvSpPr/>
          <p:nvPr/>
        </p:nvSpPr>
        <p:spPr>
          <a:xfrm>
            <a:off x="17563315" y="1080067"/>
            <a:ext cx="162610" cy="230903"/>
          </a:xfrm>
          <a:custGeom>
            <a:avLst/>
            <a:gdLst/>
            <a:ahLst/>
            <a:cxnLst/>
            <a:rect l="l" t="t" r="r" b="b"/>
            <a:pathLst>
              <a:path w="162610" h="230903">
                <a:moveTo>
                  <a:pt x="0" y="0"/>
                </a:moveTo>
                <a:lnTo>
                  <a:pt x="162610" y="0"/>
                </a:lnTo>
                <a:lnTo>
                  <a:pt x="162610" y="230903"/>
                </a:lnTo>
                <a:lnTo>
                  <a:pt x="0" y="230903"/>
                </a:lnTo>
                <a:lnTo>
                  <a:pt x="0" y="0"/>
                </a:lnTo>
                <a:close/>
              </a:path>
            </a:pathLst>
          </a:custGeom>
          <a:blipFill>
            <a:blip r:embed="rId15"/>
            <a:stretch>
              <a:fillRect l="-290" r="-290"/>
            </a:stretch>
          </a:blipFill>
        </p:spPr>
      </p:sp>
      <p:grpSp>
        <p:nvGrpSpPr>
          <p:cNvPr id="24" name="Group 24"/>
          <p:cNvGrpSpPr/>
          <p:nvPr/>
        </p:nvGrpSpPr>
        <p:grpSpPr>
          <a:xfrm>
            <a:off x="17604850" y="1252199"/>
            <a:ext cx="280670" cy="75565"/>
            <a:chOff x="0" y="0"/>
            <a:chExt cx="374227" cy="100753"/>
          </a:xfrm>
        </p:grpSpPr>
        <p:sp>
          <p:nvSpPr>
            <p:cNvPr id="25" name="Freeform 25"/>
            <p:cNvSpPr/>
            <p:nvPr/>
          </p:nvSpPr>
          <p:spPr>
            <a:xfrm>
              <a:off x="0" y="0"/>
              <a:ext cx="373888" cy="100330"/>
            </a:xfrm>
            <a:custGeom>
              <a:avLst/>
              <a:gdLst/>
              <a:ahLst/>
              <a:cxnLst/>
              <a:rect l="l" t="t" r="r" b="b"/>
              <a:pathLst>
                <a:path w="373888" h="100330">
                  <a:moveTo>
                    <a:pt x="107188" y="100203"/>
                  </a:moveTo>
                  <a:lnTo>
                    <a:pt x="184658" y="94869"/>
                  </a:lnTo>
                  <a:lnTo>
                    <a:pt x="262763" y="75057"/>
                  </a:lnTo>
                  <a:lnTo>
                    <a:pt x="322453" y="52451"/>
                  </a:lnTo>
                  <a:lnTo>
                    <a:pt x="373888" y="26162"/>
                  </a:lnTo>
                  <a:lnTo>
                    <a:pt x="357886" y="20066"/>
                  </a:lnTo>
                  <a:lnTo>
                    <a:pt x="314325" y="8001"/>
                  </a:lnTo>
                  <a:lnTo>
                    <a:pt x="250571" y="0"/>
                  </a:lnTo>
                  <a:lnTo>
                    <a:pt x="173736" y="5334"/>
                  </a:lnTo>
                  <a:lnTo>
                    <a:pt x="100965" y="24130"/>
                  </a:lnTo>
                  <a:lnTo>
                    <a:pt x="46355" y="45847"/>
                  </a:lnTo>
                  <a:lnTo>
                    <a:pt x="11938" y="63754"/>
                  </a:lnTo>
                  <a:lnTo>
                    <a:pt x="0" y="71247"/>
                  </a:lnTo>
                  <a:lnTo>
                    <a:pt x="12700" y="77978"/>
                  </a:lnTo>
                  <a:lnTo>
                    <a:pt x="49149" y="91186"/>
                  </a:lnTo>
                  <a:lnTo>
                    <a:pt x="107188" y="100330"/>
                  </a:lnTo>
                  <a:close/>
                </a:path>
              </a:pathLst>
            </a:custGeom>
            <a:solidFill>
              <a:srgbClr val="FFFFFF"/>
            </a:solidFill>
          </p:spPr>
        </p:sp>
      </p:grpSp>
      <p:sp>
        <p:nvSpPr>
          <p:cNvPr id="26" name="Freeform 26"/>
          <p:cNvSpPr/>
          <p:nvPr/>
        </p:nvSpPr>
        <p:spPr>
          <a:xfrm>
            <a:off x="17679041" y="1105987"/>
            <a:ext cx="245478" cy="140612"/>
          </a:xfrm>
          <a:custGeom>
            <a:avLst/>
            <a:gdLst/>
            <a:ahLst/>
            <a:cxnLst/>
            <a:rect l="l" t="t" r="r" b="b"/>
            <a:pathLst>
              <a:path w="245478" h="140612">
                <a:moveTo>
                  <a:pt x="0" y="0"/>
                </a:moveTo>
                <a:lnTo>
                  <a:pt x="245478" y="0"/>
                </a:lnTo>
                <a:lnTo>
                  <a:pt x="245478" y="140612"/>
                </a:lnTo>
                <a:lnTo>
                  <a:pt x="0" y="140612"/>
                </a:lnTo>
                <a:lnTo>
                  <a:pt x="0" y="0"/>
                </a:lnTo>
                <a:close/>
              </a:path>
            </a:pathLst>
          </a:custGeom>
          <a:blipFill>
            <a:blip r:embed="rId16"/>
            <a:stretch>
              <a:fillRect t="-359" b="-359"/>
            </a:stretch>
          </a:blipFill>
        </p:spPr>
      </p:sp>
      <p:sp>
        <p:nvSpPr>
          <p:cNvPr id="27" name="Freeform 27"/>
          <p:cNvSpPr/>
          <p:nvPr/>
        </p:nvSpPr>
        <p:spPr>
          <a:xfrm>
            <a:off x="17621199" y="339330"/>
            <a:ext cx="390525" cy="803275"/>
          </a:xfrm>
          <a:custGeom>
            <a:avLst/>
            <a:gdLst/>
            <a:ahLst/>
            <a:cxnLst/>
            <a:rect l="l" t="t" r="r" b="b"/>
            <a:pathLst>
              <a:path w="390525" h="803275">
                <a:moveTo>
                  <a:pt x="0" y="0"/>
                </a:moveTo>
                <a:lnTo>
                  <a:pt x="390525" y="0"/>
                </a:lnTo>
                <a:lnTo>
                  <a:pt x="390525" y="803275"/>
                </a:lnTo>
                <a:lnTo>
                  <a:pt x="0" y="803275"/>
                </a:lnTo>
                <a:lnTo>
                  <a:pt x="0" y="0"/>
                </a:lnTo>
                <a:close/>
              </a:path>
            </a:pathLst>
          </a:custGeom>
          <a:blipFill>
            <a:blip r:embed="rId17">
              <a:extLst>
                <a:ext uri="{96DAC541-7B7A-43D3-8B79-37D633B846F1}">
                  <asvg:svgBlip xmlns:asvg="http://schemas.microsoft.com/office/drawing/2016/SVG/main" r:embed="rId18"/>
                </a:ext>
              </a:extLst>
            </a:blip>
            <a:stretch>
              <a:fillRect/>
            </a:stretch>
          </a:blipFill>
        </p:spPr>
      </p:sp>
      <p:sp>
        <p:nvSpPr>
          <p:cNvPr id="28" name="Freeform 28"/>
          <p:cNvSpPr/>
          <p:nvPr/>
        </p:nvSpPr>
        <p:spPr>
          <a:xfrm>
            <a:off x="17321684" y="1423928"/>
            <a:ext cx="112071" cy="126802"/>
          </a:xfrm>
          <a:custGeom>
            <a:avLst/>
            <a:gdLst/>
            <a:ahLst/>
            <a:cxnLst/>
            <a:rect l="l" t="t" r="r" b="b"/>
            <a:pathLst>
              <a:path w="112071" h="126802">
                <a:moveTo>
                  <a:pt x="0" y="0"/>
                </a:moveTo>
                <a:lnTo>
                  <a:pt x="112071" y="0"/>
                </a:lnTo>
                <a:lnTo>
                  <a:pt x="112071" y="126802"/>
                </a:lnTo>
                <a:lnTo>
                  <a:pt x="0" y="126802"/>
                </a:lnTo>
                <a:lnTo>
                  <a:pt x="0" y="0"/>
                </a:lnTo>
                <a:close/>
              </a:path>
            </a:pathLst>
          </a:custGeom>
          <a:blipFill>
            <a:blip r:embed="rId19"/>
            <a:stretch>
              <a:fillRect l="-2220" r="-2220"/>
            </a:stretch>
          </a:blipFill>
        </p:spPr>
      </p:sp>
      <p:grpSp>
        <p:nvGrpSpPr>
          <p:cNvPr id="29" name="Group 29"/>
          <p:cNvGrpSpPr/>
          <p:nvPr/>
        </p:nvGrpSpPr>
        <p:grpSpPr>
          <a:xfrm>
            <a:off x="16474160" y="744181"/>
            <a:ext cx="38100" cy="307340"/>
            <a:chOff x="0" y="0"/>
            <a:chExt cx="50800" cy="409787"/>
          </a:xfrm>
        </p:grpSpPr>
        <p:sp>
          <p:nvSpPr>
            <p:cNvPr id="30" name="Freeform 30"/>
            <p:cNvSpPr/>
            <p:nvPr/>
          </p:nvSpPr>
          <p:spPr>
            <a:xfrm>
              <a:off x="0" y="367665"/>
              <a:ext cx="41529" cy="41529"/>
            </a:xfrm>
            <a:custGeom>
              <a:avLst/>
              <a:gdLst/>
              <a:ahLst/>
              <a:cxnLst/>
              <a:rect l="l" t="t" r="r" b="b"/>
              <a:pathLst>
                <a:path w="41529" h="41529">
                  <a:moveTo>
                    <a:pt x="41529" y="0"/>
                  </a:moveTo>
                  <a:lnTo>
                    <a:pt x="0" y="0"/>
                  </a:lnTo>
                  <a:lnTo>
                    <a:pt x="0" y="41529"/>
                  </a:lnTo>
                  <a:lnTo>
                    <a:pt x="41529" y="41529"/>
                  </a:lnTo>
                  <a:lnTo>
                    <a:pt x="41529" y="0"/>
                  </a:lnTo>
                  <a:close/>
                </a:path>
              </a:pathLst>
            </a:custGeom>
            <a:solidFill>
              <a:srgbClr val="FFFFFF"/>
            </a:solidFill>
          </p:spPr>
        </p:sp>
        <p:sp>
          <p:nvSpPr>
            <p:cNvPr id="31" name="Freeform 31"/>
            <p:cNvSpPr/>
            <p:nvPr/>
          </p:nvSpPr>
          <p:spPr>
            <a:xfrm>
              <a:off x="9144" y="0"/>
              <a:ext cx="41529" cy="41529"/>
            </a:xfrm>
            <a:custGeom>
              <a:avLst/>
              <a:gdLst/>
              <a:ahLst/>
              <a:cxnLst/>
              <a:rect l="l" t="t" r="r" b="b"/>
              <a:pathLst>
                <a:path w="41529" h="41529">
                  <a:moveTo>
                    <a:pt x="41529" y="0"/>
                  </a:moveTo>
                  <a:lnTo>
                    <a:pt x="0" y="0"/>
                  </a:lnTo>
                  <a:lnTo>
                    <a:pt x="0" y="41529"/>
                  </a:lnTo>
                  <a:lnTo>
                    <a:pt x="41529" y="41529"/>
                  </a:lnTo>
                  <a:lnTo>
                    <a:pt x="41529" y="0"/>
                  </a:lnTo>
                  <a:close/>
                </a:path>
              </a:pathLst>
            </a:custGeom>
            <a:solidFill>
              <a:srgbClr val="FFFFFF"/>
            </a:solidFill>
          </p:spPr>
        </p:sp>
      </p:grpSp>
      <p:sp>
        <p:nvSpPr>
          <p:cNvPr id="32" name="Freeform 32"/>
          <p:cNvSpPr/>
          <p:nvPr/>
        </p:nvSpPr>
        <p:spPr>
          <a:xfrm>
            <a:off x="16947701" y="1390593"/>
            <a:ext cx="135917" cy="134319"/>
          </a:xfrm>
          <a:custGeom>
            <a:avLst/>
            <a:gdLst/>
            <a:ahLst/>
            <a:cxnLst/>
            <a:rect l="l" t="t" r="r" b="b"/>
            <a:pathLst>
              <a:path w="135917" h="134319">
                <a:moveTo>
                  <a:pt x="0" y="0"/>
                </a:moveTo>
                <a:lnTo>
                  <a:pt x="135917" y="0"/>
                </a:lnTo>
                <a:lnTo>
                  <a:pt x="135917" y="134319"/>
                </a:lnTo>
                <a:lnTo>
                  <a:pt x="0" y="134319"/>
                </a:lnTo>
                <a:lnTo>
                  <a:pt x="0" y="0"/>
                </a:lnTo>
                <a:close/>
              </a:path>
            </a:pathLst>
          </a:custGeom>
          <a:blipFill>
            <a:blip r:embed="rId20"/>
            <a:stretch>
              <a:fillRect t="-594" b="-594"/>
            </a:stretch>
          </a:blipFill>
        </p:spPr>
      </p:sp>
      <p:grpSp>
        <p:nvGrpSpPr>
          <p:cNvPr id="33" name="Group 33"/>
          <p:cNvGrpSpPr/>
          <p:nvPr/>
        </p:nvGrpSpPr>
        <p:grpSpPr>
          <a:xfrm>
            <a:off x="16209922" y="1570445"/>
            <a:ext cx="1592580" cy="157480"/>
            <a:chOff x="0" y="0"/>
            <a:chExt cx="2123440" cy="209973"/>
          </a:xfrm>
        </p:grpSpPr>
        <p:sp>
          <p:nvSpPr>
            <p:cNvPr id="34" name="Freeform 34"/>
            <p:cNvSpPr/>
            <p:nvPr/>
          </p:nvSpPr>
          <p:spPr>
            <a:xfrm>
              <a:off x="0" y="0"/>
              <a:ext cx="2123440" cy="209973"/>
            </a:xfrm>
            <a:custGeom>
              <a:avLst/>
              <a:gdLst/>
              <a:ahLst/>
              <a:cxnLst/>
              <a:rect l="l" t="t" r="r" b="b"/>
              <a:pathLst>
                <a:path w="2123440" h="209973">
                  <a:moveTo>
                    <a:pt x="0" y="0"/>
                  </a:moveTo>
                  <a:lnTo>
                    <a:pt x="2123440" y="0"/>
                  </a:lnTo>
                  <a:lnTo>
                    <a:pt x="2123440" y="209973"/>
                  </a:lnTo>
                  <a:lnTo>
                    <a:pt x="0" y="209973"/>
                  </a:lnTo>
                  <a:close/>
                </a:path>
              </a:pathLst>
            </a:custGeom>
          </p:spPr>
        </p:sp>
        <p:sp>
          <p:nvSpPr>
            <p:cNvPr id="35" name="TextBox 35"/>
            <p:cNvSpPr txBox="1"/>
            <p:nvPr/>
          </p:nvSpPr>
          <p:spPr>
            <a:xfrm>
              <a:off x="0" y="-9525"/>
              <a:ext cx="2123440" cy="219498"/>
            </a:xfrm>
            <a:prstGeom prst="rect">
              <a:avLst/>
            </a:prstGeom>
          </p:spPr>
          <p:txBody>
            <a:bodyPr lIns="0" tIns="0" rIns="0" bIns="0" rtlCol="0" anchor="t"/>
            <a:lstStyle/>
            <a:p>
              <a:pPr algn="l">
                <a:lnSpc>
                  <a:spcPts val="1019"/>
                </a:lnSpc>
              </a:pPr>
              <a:r>
                <a:rPr lang="en-US" sz="850" b="1" spc="-55">
                  <a:solidFill>
                    <a:srgbClr val="FFFFFF"/>
                  </a:solidFill>
                  <a:latin typeface="Tahoma Bold"/>
                  <a:ea typeface="Tahoma Bold"/>
                  <a:cs typeface="Tahoma Bold"/>
                  <a:sym typeface="Tahoma Bold"/>
                </a:rPr>
                <a:t>Forum Of Data Science Engineers</a:t>
              </a:r>
            </a:p>
          </p:txBody>
        </p:sp>
      </p:grpSp>
      <p:grpSp>
        <p:nvGrpSpPr>
          <p:cNvPr id="36" name="Group 36"/>
          <p:cNvGrpSpPr/>
          <p:nvPr/>
        </p:nvGrpSpPr>
        <p:grpSpPr>
          <a:xfrm>
            <a:off x="14964909" y="9845112"/>
            <a:ext cx="2734944" cy="231775"/>
            <a:chOff x="0" y="0"/>
            <a:chExt cx="3646592" cy="309033"/>
          </a:xfrm>
        </p:grpSpPr>
        <p:sp>
          <p:nvSpPr>
            <p:cNvPr id="37" name="Freeform 37"/>
            <p:cNvSpPr/>
            <p:nvPr/>
          </p:nvSpPr>
          <p:spPr>
            <a:xfrm>
              <a:off x="0" y="0"/>
              <a:ext cx="3646592" cy="309033"/>
            </a:xfrm>
            <a:custGeom>
              <a:avLst/>
              <a:gdLst/>
              <a:ahLst/>
              <a:cxnLst/>
              <a:rect l="l" t="t" r="r" b="b"/>
              <a:pathLst>
                <a:path w="3646592" h="309033">
                  <a:moveTo>
                    <a:pt x="0" y="0"/>
                  </a:moveTo>
                  <a:lnTo>
                    <a:pt x="3646592" y="0"/>
                  </a:lnTo>
                  <a:lnTo>
                    <a:pt x="3646592" y="309033"/>
                  </a:lnTo>
                  <a:lnTo>
                    <a:pt x="0" y="309033"/>
                  </a:lnTo>
                  <a:close/>
                </a:path>
              </a:pathLst>
            </a:custGeom>
          </p:spPr>
        </p:sp>
        <p:sp>
          <p:nvSpPr>
            <p:cNvPr id="38" name="TextBox 38"/>
            <p:cNvSpPr txBox="1"/>
            <p:nvPr/>
          </p:nvSpPr>
          <p:spPr>
            <a:xfrm>
              <a:off x="0" y="0"/>
              <a:ext cx="3646592" cy="309033"/>
            </a:xfrm>
            <a:prstGeom prst="rect">
              <a:avLst/>
            </a:prstGeom>
          </p:spPr>
          <p:txBody>
            <a:bodyPr lIns="0" tIns="0" rIns="0" bIns="0" rtlCol="0" anchor="t"/>
            <a:lstStyle/>
            <a:p>
              <a:pPr algn="l">
                <a:lnSpc>
                  <a:spcPts val="960"/>
                </a:lnSpc>
              </a:pPr>
              <a:r>
                <a:rPr lang="en-US" sz="800" spc="80">
                  <a:solidFill>
                    <a:srgbClr val="FFFFFF"/>
                  </a:solidFill>
                  <a:latin typeface="Verdana Pro"/>
                  <a:ea typeface="Verdana Pro"/>
                  <a:cs typeface="Verdana Pro"/>
                  <a:sym typeface="Verdana Pro"/>
                </a:rPr>
                <a:t>D E S I G N  .  D E V E L O P  .  D E P L O Y</a:t>
              </a:r>
            </a:p>
          </p:txBody>
        </p:sp>
      </p:grpSp>
      <p:grpSp>
        <p:nvGrpSpPr>
          <p:cNvPr id="39" name="Group 39"/>
          <p:cNvGrpSpPr/>
          <p:nvPr/>
        </p:nvGrpSpPr>
        <p:grpSpPr>
          <a:xfrm>
            <a:off x="1016000" y="276291"/>
            <a:ext cx="13395683" cy="926973"/>
            <a:chOff x="0" y="0"/>
            <a:chExt cx="17860910" cy="1235964"/>
          </a:xfrm>
        </p:grpSpPr>
        <p:sp>
          <p:nvSpPr>
            <p:cNvPr id="40" name="Freeform 40"/>
            <p:cNvSpPr/>
            <p:nvPr/>
          </p:nvSpPr>
          <p:spPr>
            <a:xfrm>
              <a:off x="0" y="0"/>
              <a:ext cx="17860911" cy="1235964"/>
            </a:xfrm>
            <a:custGeom>
              <a:avLst/>
              <a:gdLst/>
              <a:ahLst/>
              <a:cxnLst/>
              <a:rect l="l" t="t" r="r" b="b"/>
              <a:pathLst>
                <a:path w="17860911" h="1235964">
                  <a:moveTo>
                    <a:pt x="0" y="0"/>
                  </a:moveTo>
                  <a:lnTo>
                    <a:pt x="17860911" y="0"/>
                  </a:lnTo>
                  <a:lnTo>
                    <a:pt x="17860911" y="1235964"/>
                  </a:lnTo>
                  <a:lnTo>
                    <a:pt x="0" y="1235964"/>
                  </a:lnTo>
                  <a:close/>
                </a:path>
              </a:pathLst>
            </a:custGeom>
          </p:spPr>
        </p:sp>
        <p:sp>
          <p:nvSpPr>
            <p:cNvPr id="41" name="TextBox 41"/>
            <p:cNvSpPr txBox="1"/>
            <p:nvPr/>
          </p:nvSpPr>
          <p:spPr>
            <a:xfrm>
              <a:off x="0" y="-9525"/>
              <a:ext cx="17860910" cy="1245489"/>
            </a:xfrm>
            <a:prstGeom prst="rect">
              <a:avLst/>
            </a:prstGeom>
          </p:spPr>
          <p:txBody>
            <a:bodyPr lIns="0" tIns="0" rIns="0" bIns="0" rtlCol="0" anchor="t"/>
            <a:lstStyle/>
            <a:p>
              <a:pPr algn="l">
                <a:lnSpc>
                  <a:spcPts val="6120"/>
                </a:lnSpc>
              </a:pPr>
              <a:r>
                <a:rPr lang="en-US" sz="5100" b="1" spc="315" dirty="0">
                  <a:solidFill>
                    <a:srgbClr val="FFFFFF"/>
                  </a:solidFill>
                  <a:latin typeface="Atkinson Hyperlegible Bold"/>
                  <a:ea typeface="Atkinson Hyperlegible Bold"/>
                  <a:cs typeface="Atkinson Hyperlegible Bold"/>
                  <a:sym typeface="Atkinson Hyperlegible Bold"/>
                </a:rPr>
                <a:t>BUSINESS MODEL / TARGET MARKET</a:t>
              </a:r>
            </a:p>
          </p:txBody>
        </p:sp>
      </p:grpSp>
      <p:sp>
        <p:nvSpPr>
          <p:cNvPr id="42" name="Freeform 42"/>
          <p:cNvSpPr/>
          <p:nvPr/>
        </p:nvSpPr>
        <p:spPr>
          <a:xfrm>
            <a:off x="13399418" y="8565193"/>
            <a:ext cx="4888580" cy="1721806"/>
          </a:xfrm>
          <a:custGeom>
            <a:avLst/>
            <a:gdLst/>
            <a:ahLst/>
            <a:cxnLst/>
            <a:rect l="l" t="t" r="r" b="b"/>
            <a:pathLst>
              <a:path w="4888580" h="1721806">
                <a:moveTo>
                  <a:pt x="0" y="0"/>
                </a:moveTo>
                <a:lnTo>
                  <a:pt x="4888580" y="0"/>
                </a:lnTo>
                <a:lnTo>
                  <a:pt x="4888580" y="1721806"/>
                </a:lnTo>
                <a:lnTo>
                  <a:pt x="0" y="1721806"/>
                </a:lnTo>
                <a:lnTo>
                  <a:pt x="0" y="0"/>
                </a:lnTo>
                <a:close/>
              </a:path>
            </a:pathLst>
          </a:custGeom>
          <a:blipFill>
            <a:blip r:embed="rId21"/>
            <a:stretch>
              <a:fillRect/>
            </a:stretch>
          </a:blipFill>
        </p:spPr>
      </p:sp>
      <p:sp>
        <p:nvSpPr>
          <p:cNvPr id="45" name="TextBox 44">
            <a:extLst>
              <a:ext uri="{FF2B5EF4-FFF2-40B4-BE49-F238E27FC236}">
                <a16:creationId xmlns:a16="http://schemas.microsoft.com/office/drawing/2014/main" id="{2CEE973E-015A-5454-2DD0-B6ED2C95976A}"/>
              </a:ext>
            </a:extLst>
          </p:cNvPr>
          <p:cNvSpPr txBox="1"/>
          <p:nvPr/>
        </p:nvSpPr>
        <p:spPr>
          <a:xfrm>
            <a:off x="1016000" y="1866900"/>
            <a:ext cx="13614400" cy="6617196"/>
          </a:xfrm>
          <a:prstGeom prst="rect">
            <a:avLst/>
          </a:prstGeom>
          <a:noFill/>
        </p:spPr>
        <p:txBody>
          <a:bodyPr wrap="square">
            <a:spAutoFit/>
          </a:bodyPr>
          <a:lstStyle/>
          <a:p>
            <a:pPr>
              <a:buNone/>
            </a:pPr>
            <a:r>
              <a:rPr lang="en-US" sz="3200" b="1" dirty="0">
                <a:solidFill>
                  <a:schemeClr val="bg1"/>
                </a:solidFill>
              </a:rPr>
              <a:t>Business Model:</a:t>
            </a:r>
            <a:endParaRPr lang="en-US" sz="3200" dirty="0">
              <a:solidFill>
                <a:schemeClr val="bg1"/>
              </a:solidFill>
            </a:endParaRPr>
          </a:p>
          <a:p>
            <a:r>
              <a:rPr lang="en-US" sz="2800" dirty="0">
                <a:solidFill>
                  <a:schemeClr val="bg1"/>
                </a:solidFill>
              </a:rPr>
              <a:t>The platform can operate as a </a:t>
            </a:r>
            <a:r>
              <a:rPr lang="en-US" sz="2800" b="1" dirty="0">
                <a:solidFill>
                  <a:schemeClr val="bg1"/>
                </a:solidFill>
              </a:rPr>
              <a:t>subscription-based service for industries</a:t>
            </a:r>
            <a:r>
              <a:rPr lang="en-US" sz="2800" dirty="0">
                <a:solidFill>
                  <a:schemeClr val="bg1"/>
                </a:solidFill>
              </a:rPr>
              <a:t> that want to track and manage their carbon footprint. Companies can pay for access to the monitoring dashboard, carbon analysis reports, and satellite-based verification of their plantation projects. Additional revenue can be generated through </a:t>
            </a:r>
            <a:r>
              <a:rPr lang="en-US" sz="2800" b="1" dirty="0">
                <a:solidFill>
                  <a:schemeClr val="bg1"/>
                </a:solidFill>
              </a:rPr>
              <a:t>carbon certification reports, sustainability analytics, and partnerships with environmental agencies or government carbon credit programs.</a:t>
            </a:r>
            <a:br>
              <a:rPr lang="en-US" sz="2800" b="1" dirty="0">
                <a:solidFill>
                  <a:schemeClr val="bg1"/>
                </a:solidFill>
              </a:rPr>
            </a:br>
            <a:br>
              <a:rPr lang="en-US" sz="2800" b="1" dirty="0">
                <a:solidFill>
                  <a:schemeClr val="bg1"/>
                </a:solidFill>
              </a:rPr>
            </a:br>
            <a:r>
              <a:rPr lang="en-US" sz="3200" b="1" dirty="0">
                <a:solidFill>
                  <a:schemeClr val="bg1"/>
                </a:solidFill>
              </a:rPr>
              <a:t>Target Market:</a:t>
            </a:r>
            <a:endParaRPr lang="en-US" sz="3200" dirty="0">
              <a:solidFill>
                <a:schemeClr val="bg1"/>
              </a:solidFill>
            </a:endParaRPr>
          </a:p>
          <a:p>
            <a:r>
              <a:rPr lang="en-US" sz="2800" dirty="0">
                <a:solidFill>
                  <a:schemeClr val="bg1"/>
                </a:solidFill>
              </a:rPr>
              <a:t>The primary target market includes </a:t>
            </a:r>
            <a:r>
              <a:rPr lang="en-US" sz="2800" b="1" dirty="0">
                <a:solidFill>
                  <a:schemeClr val="bg1"/>
                </a:solidFill>
              </a:rPr>
              <a:t>manufacturing industries, power plants, large corporations, and industrial parks</a:t>
            </a:r>
            <a:r>
              <a:rPr lang="en-US" sz="2800" dirty="0">
                <a:solidFill>
                  <a:schemeClr val="bg1"/>
                </a:solidFill>
              </a:rPr>
              <a:t> that produce significant carbon emissions and aim to achieve sustainability goals. It can also serve </a:t>
            </a:r>
            <a:r>
              <a:rPr lang="en-US" sz="2800" b="1" dirty="0">
                <a:solidFill>
                  <a:schemeClr val="bg1"/>
                </a:solidFill>
              </a:rPr>
              <a:t>government environmental bodies, carbon credit organizations, and sustainability-focused companies</a:t>
            </a:r>
            <a:r>
              <a:rPr lang="en-US" sz="2800" dirty="0">
                <a:solidFill>
                  <a:schemeClr val="bg1"/>
                </a:solidFill>
              </a:rPr>
              <a:t> that require reliable monitoring of carbon offset initiatives and environmental impact. </a:t>
            </a:r>
          </a:p>
          <a:p>
            <a:pPr>
              <a:buNone/>
            </a:pPr>
            <a:endParaRPr lang="en-US" sz="2800" dirty="0">
              <a:solidFill>
                <a:schemeClr val="bg1"/>
              </a:solidFill>
            </a:endParaRP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2"/>
            <a:stretch>
              <a:fillRect t="-128765" r="-84"/>
            </a:stretch>
          </a:blipFill>
        </p:spPr>
      </p:sp>
      <p:sp>
        <p:nvSpPr>
          <p:cNvPr id="3" name="Freeform 3"/>
          <p:cNvSpPr/>
          <p:nvPr/>
        </p:nvSpPr>
        <p:spPr>
          <a:xfrm>
            <a:off x="1028700" y="9089661"/>
            <a:ext cx="1847849" cy="962024"/>
          </a:xfrm>
          <a:custGeom>
            <a:avLst/>
            <a:gdLst/>
            <a:ahLst/>
            <a:cxnLst/>
            <a:rect l="l" t="t" r="r" b="b"/>
            <a:pathLst>
              <a:path w="1847849" h="962024">
                <a:moveTo>
                  <a:pt x="0" y="0"/>
                </a:moveTo>
                <a:lnTo>
                  <a:pt x="1847849" y="0"/>
                </a:lnTo>
                <a:lnTo>
                  <a:pt x="1847849" y="962024"/>
                </a:lnTo>
                <a:lnTo>
                  <a:pt x="0" y="962024"/>
                </a:lnTo>
                <a:lnTo>
                  <a:pt x="0" y="0"/>
                </a:lnTo>
                <a:close/>
              </a:path>
            </a:pathLst>
          </a:custGeom>
          <a:blipFill>
            <a:blip r:embed="rId3"/>
            <a:stretch>
              <a:fillRect t="-107" b="-107"/>
            </a:stretch>
          </a:blipFill>
        </p:spPr>
      </p:sp>
      <p:grpSp>
        <p:nvGrpSpPr>
          <p:cNvPr id="4" name="Group 4"/>
          <p:cNvGrpSpPr/>
          <p:nvPr/>
        </p:nvGrpSpPr>
        <p:grpSpPr>
          <a:xfrm>
            <a:off x="16423285" y="1390609"/>
            <a:ext cx="275590" cy="78740"/>
            <a:chOff x="0" y="0"/>
            <a:chExt cx="367453" cy="104987"/>
          </a:xfrm>
        </p:grpSpPr>
        <p:sp>
          <p:nvSpPr>
            <p:cNvPr id="5" name="Freeform 5"/>
            <p:cNvSpPr/>
            <p:nvPr/>
          </p:nvSpPr>
          <p:spPr>
            <a:xfrm>
              <a:off x="0" y="0"/>
              <a:ext cx="366776" cy="104394"/>
            </a:xfrm>
            <a:custGeom>
              <a:avLst/>
              <a:gdLst/>
              <a:ahLst/>
              <a:cxnLst/>
              <a:rect l="l" t="t" r="r" b="b"/>
              <a:pathLst>
                <a:path w="366776" h="104394">
                  <a:moveTo>
                    <a:pt x="112522" y="104267"/>
                  </a:moveTo>
                  <a:lnTo>
                    <a:pt x="48895" y="101346"/>
                  </a:lnTo>
                  <a:lnTo>
                    <a:pt x="11938" y="94234"/>
                  </a:lnTo>
                  <a:lnTo>
                    <a:pt x="0" y="90297"/>
                  </a:lnTo>
                  <a:lnTo>
                    <a:pt x="15748" y="77851"/>
                  </a:lnTo>
                  <a:lnTo>
                    <a:pt x="57277" y="49911"/>
                  </a:lnTo>
                  <a:lnTo>
                    <a:pt x="115824" y="20447"/>
                  </a:lnTo>
                  <a:lnTo>
                    <a:pt x="182880" y="3556"/>
                  </a:lnTo>
                  <a:lnTo>
                    <a:pt x="250063" y="0"/>
                  </a:lnTo>
                  <a:lnTo>
                    <a:pt x="308991" y="0"/>
                  </a:lnTo>
                  <a:lnTo>
                    <a:pt x="350774" y="1524"/>
                  </a:lnTo>
                  <a:lnTo>
                    <a:pt x="366776" y="2540"/>
                  </a:lnTo>
                  <a:lnTo>
                    <a:pt x="361315" y="14097"/>
                  </a:lnTo>
                  <a:lnTo>
                    <a:pt x="338836" y="41148"/>
                  </a:lnTo>
                  <a:lnTo>
                    <a:pt x="289560" y="72136"/>
                  </a:lnTo>
                  <a:lnTo>
                    <a:pt x="204343" y="96012"/>
                  </a:lnTo>
                  <a:lnTo>
                    <a:pt x="112522" y="104394"/>
                  </a:lnTo>
                  <a:close/>
                </a:path>
              </a:pathLst>
            </a:custGeom>
            <a:solidFill>
              <a:srgbClr val="FFFFFF"/>
            </a:solidFill>
          </p:spPr>
        </p:sp>
      </p:grpSp>
      <p:sp>
        <p:nvSpPr>
          <p:cNvPr id="6" name="Freeform 6"/>
          <p:cNvSpPr/>
          <p:nvPr/>
        </p:nvSpPr>
        <p:spPr>
          <a:xfrm>
            <a:off x="16469713" y="1223585"/>
            <a:ext cx="228624" cy="168915"/>
          </a:xfrm>
          <a:custGeom>
            <a:avLst/>
            <a:gdLst/>
            <a:ahLst/>
            <a:cxnLst/>
            <a:rect l="l" t="t" r="r" b="b"/>
            <a:pathLst>
              <a:path w="228624" h="168915">
                <a:moveTo>
                  <a:pt x="0" y="0"/>
                </a:moveTo>
                <a:lnTo>
                  <a:pt x="228624" y="0"/>
                </a:lnTo>
                <a:lnTo>
                  <a:pt x="228624" y="168915"/>
                </a:lnTo>
                <a:lnTo>
                  <a:pt x="0" y="168915"/>
                </a:lnTo>
                <a:lnTo>
                  <a:pt x="0" y="0"/>
                </a:lnTo>
                <a:close/>
              </a:path>
            </a:pathLst>
          </a:custGeom>
          <a:blipFill>
            <a:blip r:embed="rId4"/>
            <a:stretch>
              <a:fillRect l="-662" r="-662"/>
            </a:stretch>
          </a:blipFill>
        </p:spPr>
      </p:sp>
      <p:grpSp>
        <p:nvGrpSpPr>
          <p:cNvPr id="7" name="Group 7"/>
          <p:cNvGrpSpPr/>
          <p:nvPr/>
        </p:nvGrpSpPr>
        <p:grpSpPr>
          <a:xfrm>
            <a:off x="16288898" y="1340965"/>
            <a:ext cx="281305" cy="67310"/>
            <a:chOff x="0" y="0"/>
            <a:chExt cx="375073" cy="89747"/>
          </a:xfrm>
        </p:grpSpPr>
        <p:sp>
          <p:nvSpPr>
            <p:cNvPr id="8" name="Freeform 8"/>
            <p:cNvSpPr/>
            <p:nvPr/>
          </p:nvSpPr>
          <p:spPr>
            <a:xfrm>
              <a:off x="0" y="0"/>
              <a:ext cx="374269" cy="89662"/>
            </a:xfrm>
            <a:custGeom>
              <a:avLst/>
              <a:gdLst/>
              <a:ahLst/>
              <a:cxnLst/>
              <a:rect l="l" t="t" r="r" b="b"/>
              <a:pathLst>
                <a:path w="374269" h="89662">
                  <a:moveTo>
                    <a:pt x="199898" y="89662"/>
                  </a:moveTo>
                  <a:lnTo>
                    <a:pt x="119253" y="88265"/>
                  </a:lnTo>
                  <a:lnTo>
                    <a:pt x="56007" y="79883"/>
                  </a:lnTo>
                  <a:lnTo>
                    <a:pt x="14732" y="70485"/>
                  </a:lnTo>
                  <a:lnTo>
                    <a:pt x="0" y="66040"/>
                  </a:lnTo>
                  <a:lnTo>
                    <a:pt x="14224" y="56388"/>
                  </a:lnTo>
                  <a:lnTo>
                    <a:pt x="53848" y="34925"/>
                  </a:lnTo>
                  <a:lnTo>
                    <a:pt x="113919" y="12446"/>
                  </a:lnTo>
                  <a:lnTo>
                    <a:pt x="189992" y="0"/>
                  </a:lnTo>
                  <a:lnTo>
                    <a:pt x="265176" y="1651"/>
                  </a:lnTo>
                  <a:lnTo>
                    <a:pt x="323342" y="10287"/>
                  </a:lnTo>
                  <a:lnTo>
                    <a:pt x="360934" y="19812"/>
                  </a:lnTo>
                  <a:lnTo>
                    <a:pt x="374269" y="24384"/>
                  </a:lnTo>
                  <a:lnTo>
                    <a:pt x="363474" y="33782"/>
                  </a:lnTo>
                  <a:lnTo>
                    <a:pt x="330962" y="54991"/>
                  </a:lnTo>
                  <a:lnTo>
                    <a:pt x="276479" y="77216"/>
                  </a:lnTo>
                  <a:lnTo>
                    <a:pt x="199898" y="89662"/>
                  </a:lnTo>
                  <a:close/>
                </a:path>
              </a:pathLst>
            </a:custGeom>
            <a:solidFill>
              <a:srgbClr val="FFFFFF"/>
            </a:solidFill>
          </p:spPr>
        </p:sp>
      </p:grpSp>
      <p:sp>
        <p:nvSpPr>
          <p:cNvPr id="9" name="Freeform 9"/>
          <p:cNvSpPr/>
          <p:nvPr/>
        </p:nvSpPr>
        <p:spPr>
          <a:xfrm>
            <a:off x="16304772" y="1079767"/>
            <a:ext cx="161462" cy="231707"/>
          </a:xfrm>
          <a:custGeom>
            <a:avLst/>
            <a:gdLst/>
            <a:ahLst/>
            <a:cxnLst/>
            <a:rect l="l" t="t" r="r" b="b"/>
            <a:pathLst>
              <a:path w="161462" h="231707">
                <a:moveTo>
                  <a:pt x="0" y="0"/>
                </a:moveTo>
                <a:lnTo>
                  <a:pt x="161462" y="0"/>
                </a:lnTo>
                <a:lnTo>
                  <a:pt x="161462" y="231707"/>
                </a:lnTo>
                <a:lnTo>
                  <a:pt x="0" y="231707"/>
                </a:lnTo>
                <a:lnTo>
                  <a:pt x="0" y="0"/>
                </a:lnTo>
                <a:close/>
              </a:path>
            </a:pathLst>
          </a:custGeom>
          <a:blipFill>
            <a:blip r:embed="rId5"/>
            <a:stretch>
              <a:fillRect t="-679" b="-679"/>
            </a:stretch>
          </a:blipFill>
        </p:spPr>
      </p:sp>
      <p:grpSp>
        <p:nvGrpSpPr>
          <p:cNvPr id="10" name="Group 10"/>
          <p:cNvGrpSpPr/>
          <p:nvPr/>
        </p:nvGrpSpPr>
        <p:grpSpPr>
          <a:xfrm>
            <a:off x="16144541" y="1251566"/>
            <a:ext cx="280670" cy="76200"/>
            <a:chOff x="0" y="0"/>
            <a:chExt cx="374227" cy="101600"/>
          </a:xfrm>
        </p:grpSpPr>
        <p:sp>
          <p:nvSpPr>
            <p:cNvPr id="11" name="Freeform 11"/>
            <p:cNvSpPr/>
            <p:nvPr/>
          </p:nvSpPr>
          <p:spPr>
            <a:xfrm>
              <a:off x="0" y="0"/>
              <a:ext cx="373507" cy="100965"/>
            </a:xfrm>
            <a:custGeom>
              <a:avLst/>
              <a:gdLst/>
              <a:ahLst/>
              <a:cxnLst/>
              <a:rect l="l" t="t" r="r" b="b"/>
              <a:pathLst>
                <a:path w="373507" h="100965">
                  <a:moveTo>
                    <a:pt x="266192" y="100965"/>
                  </a:moveTo>
                  <a:lnTo>
                    <a:pt x="188849" y="95123"/>
                  </a:lnTo>
                  <a:lnTo>
                    <a:pt x="110744" y="74930"/>
                  </a:lnTo>
                  <a:lnTo>
                    <a:pt x="51308" y="51943"/>
                  </a:lnTo>
                  <a:lnTo>
                    <a:pt x="0" y="25400"/>
                  </a:lnTo>
                  <a:lnTo>
                    <a:pt x="16129" y="19431"/>
                  </a:lnTo>
                  <a:lnTo>
                    <a:pt x="59563" y="7747"/>
                  </a:lnTo>
                  <a:lnTo>
                    <a:pt x="123317" y="0"/>
                  </a:lnTo>
                  <a:lnTo>
                    <a:pt x="200152" y="5715"/>
                  </a:lnTo>
                  <a:lnTo>
                    <a:pt x="272796" y="24892"/>
                  </a:lnTo>
                  <a:lnTo>
                    <a:pt x="327279" y="46863"/>
                  </a:lnTo>
                  <a:lnTo>
                    <a:pt x="361569" y="65024"/>
                  </a:lnTo>
                  <a:lnTo>
                    <a:pt x="373507" y="72517"/>
                  </a:lnTo>
                  <a:lnTo>
                    <a:pt x="360807" y="79121"/>
                  </a:lnTo>
                  <a:lnTo>
                    <a:pt x="324231" y="92075"/>
                  </a:lnTo>
                  <a:lnTo>
                    <a:pt x="266065" y="100965"/>
                  </a:lnTo>
                  <a:close/>
                </a:path>
              </a:pathLst>
            </a:custGeom>
            <a:solidFill>
              <a:srgbClr val="FFFFFF"/>
            </a:solidFill>
          </p:spPr>
        </p:sp>
      </p:grpSp>
      <p:sp>
        <p:nvSpPr>
          <p:cNvPr id="12" name="Freeform 12"/>
          <p:cNvSpPr/>
          <p:nvPr/>
        </p:nvSpPr>
        <p:spPr>
          <a:xfrm>
            <a:off x="16106052" y="1104701"/>
            <a:ext cx="244782" cy="141776"/>
          </a:xfrm>
          <a:custGeom>
            <a:avLst/>
            <a:gdLst/>
            <a:ahLst/>
            <a:cxnLst/>
            <a:rect l="l" t="t" r="r" b="b"/>
            <a:pathLst>
              <a:path w="244782" h="141776">
                <a:moveTo>
                  <a:pt x="0" y="0"/>
                </a:moveTo>
                <a:lnTo>
                  <a:pt x="244782" y="0"/>
                </a:lnTo>
                <a:lnTo>
                  <a:pt x="244782" y="141776"/>
                </a:lnTo>
                <a:lnTo>
                  <a:pt x="0" y="141776"/>
                </a:lnTo>
                <a:lnTo>
                  <a:pt x="0" y="0"/>
                </a:lnTo>
                <a:close/>
              </a:path>
            </a:pathLst>
          </a:custGeom>
          <a:blipFill>
            <a:blip r:embed="rId6"/>
            <a:stretch>
              <a:fillRect t="-780" b="-780"/>
            </a:stretch>
          </a:blipFill>
        </p:spPr>
      </p:sp>
      <p:sp>
        <p:nvSpPr>
          <p:cNvPr id="13" name="Freeform 13"/>
          <p:cNvSpPr/>
          <p:nvPr/>
        </p:nvSpPr>
        <p:spPr>
          <a:xfrm>
            <a:off x="16019856" y="339559"/>
            <a:ext cx="393700" cy="802640"/>
          </a:xfrm>
          <a:custGeom>
            <a:avLst/>
            <a:gdLst/>
            <a:ahLst/>
            <a:cxnLst/>
            <a:rect l="l" t="t" r="r" b="b"/>
            <a:pathLst>
              <a:path w="393700" h="802640">
                <a:moveTo>
                  <a:pt x="0" y="0"/>
                </a:moveTo>
                <a:lnTo>
                  <a:pt x="393700" y="0"/>
                </a:lnTo>
                <a:lnTo>
                  <a:pt x="393700" y="802640"/>
                </a:lnTo>
                <a:lnTo>
                  <a:pt x="0" y="802640"/>
                </a:lnTo>
                <a:lnTo>
                  <a:pt x="0" y="0"/>
                </a:lnTo>
                <a:close/>
              </a:path>
            </a:pathLst>
          </a:custGeom>
          <a:blipFill>
            <a:blip r:embed="rId7">
              <a:extLst>
                <a:ext uri="{96DAC541-7B7A-43D3-8B79-37D633B846F1}">
                  <asvg:svgBlip xmlns:asvg="http://schemas.microsoft.com/office/drawing/2016/SVG/main" r:embed="rId8"/>
                </a:ext>
              </a:extLst>
            </a:blip>
            <a:stretch>
              <a:fillRect/>
            </a:stretch>
          </a:blipFill>
        </p:spPr>
      </p:sp>
      <p:sp>
        <p:nvSpPr>
          <p:cNvPr id="14" name="Freeform 14"/>
          <p:cNvSpPr/>
          <p:nvPr/>
        </p:nvSpPr>
        <p:spPr>
          <a:xfrm>
            <a:off x="16594649" y="1425631"/>
            <a:ext cx="112653" cy="126308"/>
          </a:xfrm>
          <a:custGeom>
            <a:avLst/>
            <a:gdLst/>
            <a:ahLst/>
            <a:cxnLst/>
            <a:rect l="l" t="t" r="r" b="b"/>
            <a:pathLst>
              <a:path w="112653" h="126308">
                <a:moveTo>
                  <a:pt x="0" y="0"/>
                </a:moveTo>
                <a:lnTo>
                  <a:pt x="112653" y="0"/>
                </a:lnTo>
                <a:lnTo>
                  <a:pt x="112653" y="126308"/>
                </a:lnTo>
                <a:lnTo>
                  <a:pt x="0" y="126308"/>
                </a:lnTo>
                <a:lnTo>
                  <a:pt x="0" y="0"/>
                </a:lnTo>
                <a:close/>
              </a:path>
            </a:pathLst>
          </a:custGeom>
          <a:blipFill>
            <a:blip r:embed="rId9"/>
            <a:stretch>
              <a:fillRect t="-168" b="-168"/>
            </a:stretch>
          </a:blipFill>
        </p:spPr>
      </p:sp>
      <p:sp>
        <p:nvSpPr>
          <p:cNvPr id="15" name="Freeform 15"/>
          <p:cNvSpPr/>
          <p:nvPr/>
        </p:nvSpPr>
        <p:spPr>
          <a:xfrm>
            <a:off x="16480534" y="758952"/>
            <a:ext cx="259079" cy="414527"/>
          </a:xfrm>
          <a:custGeom>
            <a:avLst/>
            <a:gdLst/>
            <a:ahLst/>
            <a:cxnLst/>
            <a:rect l="l" t="t" r="r" b="b"/>
            <a:pathLst>
              <a:path w="259079" h="414527">
                <a:moveTo>
                  <a:pt x="0" y="0"/>
                </a:moveTo>
                <a:lnTo>
                  <a:pt x="259079" y="0"/>
                </a:lnTo>
                <a:lnTo>
                  <a:pt x="259079" y="414527"/>
                </a:lnTo>
                <a:lnTo>
                  <a:pt x="0" y="414527"/>
                </a:lnTo>
                <a:lnTo>
                  <a:pt x="0" y="0"/>
                </a:lnTo>
                <a:close/>
              </a:path>
            </a:pathLst>
          </a:custGeom>
          <a:blipFill>
            <a:blip r:embed="rId10"/>
            <a:stretch>
              <a:fillRect/>
            </a:stretch>
          </a:blipFill>
        </p:spPr>
      </p:sp>
      <p:sp>
        <p:nvSpPr>
          <p:cNvPr id="16" name="Freeform 16"/>
          <p:cNvSpPr/>
          <p:nvPr/>
        </p:nvSpPr>
        <p:spPr>
          <a:xfrm>
            <a:off x="16424389" y="792619"/>
            <a:ext cx="151765" cy="323850"/>
          </a:xfrm>
          <a:custGeom>
            <a:avLst/>
            <a:gdLst/>
            <a:ahLst/>
            <a:cxnLst/>
            <a:rect l="l" t="t" r="r" b="b"/>
            <a:pathLst>
              <a:path w="151765" h="323850">
                <a:moveTo>
                  <a:pt x="0" y="0"/>
                </a:moveTo>
                <a:lnTo>
                  <a:pt x="151765" y="0"/>
                </a:lnTo>
                <a:lnTo>
                  <a:pt x="151765" y="323850"/>
                </a:lnTo>
                <a:lnTo>
                  <a:pt x="0" y="323850"/>
                </a:lnTo>
                <a:lnTo>
                  <a:pt x="0" y="0"/>
                </a:lnTo>
                <a:close/>
              </a:path>
            </a:pathLst>
          </a:custGeom>
          <a:blipFill>
            <a:blip r:embed="rId11">
              <a:extLst>
                <a:ext uri="{96DAC541-7B7A-43D3-8B79-37D633B846F1}">
                  <asvg:svgBlip xmlns:asvg="http://schemas.microsoft.com/office/drawing/2016/SVG/main" r:embed="rId12"/>
                </a:ext>
              </a:extLst>
            </a:blip>
            <a:stretch>
              <a:fillRect/>
            </a:stretch>
          </a:blipFill>
        </p:spPr>
      </p:sp>
      <p:sp>
        <p:nvSpPr>
          <p:cNvPr id="17" name="Freeform 17"/>
          <p:cNvSpPr/>
          <p:nvPr/>
        </p:nvSpPr>
        <p:spPr>
          <a:xfrm>
            <a:off x="16669510" y="755904"/>
            <a:ext cx="999743" cy="384047"/>
          </a:xfrm>
          <a:custGeom>
            <a:avLst/>
            <a:gdLst/>
            <a:ahLst/>
            <a:cxnLst/>
            <a:rect l="l" t="t" r="r" b="b"/>
            <a:pathLst>
              <a:path w="999743" h="384047">
                <a:moveTo>
                  <a:pt x="0" y="0"/>
                </a:moveTo>
                <a:lnTo>
                  <a:pt x="999743" y="0"/>
                </a:lnTo>
                <a:lnTo>
                  <a:pt x="999743" y="384047"/>
                </a:lnTo>
                <a:lnTo>
                  <a:pt x="0" y="384047"/>
                </a:lnTo>
                <a:lnTo>
                  <a:pt x="0" y="0"/>
                </a:lnTo>
                <a:close/>
              </a:path>
            </a:pathLst>
          </a:custGeom>
          <a:blipFill>
            <a:blip r:embed="rId13"/>
            <a:stretch>
              <a:fillRect/>
            </a:stretch>
          </a:blipFill>
        </p:spPr>
      </p:sp>
      <p:grpSp>
        <p:nvGrpSpPr>
          <p:cNvPr id="18" name="Group 18"/>
          <p:cNvGrpSpPr/>
          <p:nvPr/>
        </p:nvGrpSpPr>
        <p:grpSpPr>
          <a:xfrm>
            <a:off x="17330812" y="1389182"/>
            <a:ext cx="274955" cy="79375"/>
            <a:chOff x="0" y="0"/>
            <a:chExt cx="366607" cy="105833"/>
          </a:xfrm>
        </p:grpSpPr>
        <p:sp>
          <p:nvSpPr>
            <p:cNvPr id="19" name="Freeform 19"/>
            <p:cNvSpPr/>
            <p:nvPr/>
          </p:nvSpPr>
          <p:spPr>
            <a:xfrm>
              <a:off x="0" y="0"/>
              <a:ext cx="366268" cy="105283"/>
            </a:xfrm>
            <a:custGeom>
              <a:avLst/>
              <a:gdLst/>
              <a:ahLst/>
              <a:cxnLst/>
              <a:rect l="l" t="t" r="r" b="b"/>
              <a:pathLst>
                <a:path w="366268" h="105283">
                  <a:moveTo>
                    <a:pt x="253746" y="105283"/>
                  </a:moveTo>
                  <a:lnTo>
                    <a:pt x="317373" y="102616"/>
                  </a:lnTo>
                  <a:lnTo>
                    <a:pt x="354330" y="95758"/>
                  </a:lnTo>
                  <a:lnTo>
                    <a:pt x="366268" y="91821"/>
                  </a:lnTo>
                  <a:lnTo>
                    <a:pt x="350520" y="79375"/>
                  </a:lnTo>
                  <a:lnTo>
                    <a:pt x="250698" y="21590"/>
                  </a:lnTo>
                  <a:lnTo>
                    <a:pt x="183896" y="4191"/>
                  </a:lnTo>
                  <a:lnTo>
                    <a:pt x="116713" y="254"/>
                  </a:lnTo>
                  <a:lnTo>
                    <a:pt x="57785" y="0"/>
                  </a:lnTo>
                  <a:lnTo>
                    <a:pt x="15875" y="1270"/>
                  </a:lnTo>
                  <a:lnTo>
                    <a:pt x="0" y="2159"/>
                  </a:lnTo>
                  <a:lnTo>
                    <a:pt x="5334" y="13716"/>
                  </a:lnTo>
                  <a:lnTo>
                    <a:pt x="27813" y="40894"/>
                  </a:lnTo>
                  <a:lnTo>
                    <a:pt x="76708" y="72263"/>
                  </a:lnTo>
                  <a:lnTo>
                    <a:pt x="161925" y="96520"/>
                  </a:lnTo>
                  <a:lnTo>
                    <a:pt x="253746" y="105283"/>
                  </a:lnTo>
                  <a:close/>
                </a:path>
              </a:pathLst>
            </a:custGeom>
            <a:solidFill>
              <a:srgbClr val="FFFFFF"/>
            </a:solidFill>
          </p:spPr>
        </p:sp>
      </p:grpSp>
      <p:sp>
        <p:nvSpPr>
          <p:cNvPr id="20" name="Freeform 20"/>
          <p:cNvSpPr/>
          <p:nvPr/>
        </p:nvSpPr>
        <p:spPr>
          <a:xfrm>
            <a:off x="17330812" y="1223064"/>
            <a:ext cx="229460" cy="167778"/>
          </a:xfrm>
          <a:custGeom>
            <a:avLst/>
            <a:gdLst/>
            <a:ahLst/>
            <a:cxnLst/>
            <a:rect l="l" t="t" r="r" b="b"/>
            <a:pathLst>
              <a:path w="229460" h="167778">
                <a:moveTo>
                  <a:pt x="0" y="0"/>
                </a:moveTo>
                <a:lnTo>
                  <a:pt x="229460" y="0"/>
                </a:lnTo>
                <a:lnTo>
                  <a:pt x="229460" y="167778"/>
                </a:lnTo>
                <a:lnTo>
                  <a:pt x="0" y="167778"/>
                </a:lnTo>
                <a:lnTo>
                  <a:pt x="0" y="0"/>
                </a:lnTo>
                <a:close/>
              </a:path>
            </a:pathLst>
          </a:custGeom>
          <a:blipFill>
            <a:blip r:embed="rId14"/>
            <a:stretch>
              <a:fillRect l="-138" r="-138"/>
            </a:stretch>
          </a:blipFill>
        </p:spPr>
      </p:sp>
      <p:grpSp>
        <p:nvGrpSpPr>
          <p:cNvPr id="21" name="Group 21"/>
          <p:cNvGrpSpPr/>
          <p:nvPr/>
        </p:nvGrpSpPr>
        <p:grpSpPr>
          <a:xfrm>
            <a:off x="17459738" y="1340632"/>
            <a:ext cx="280670" cy="67310"/>
            <a:chOff x="0" y="0"/>
            <a:chExt cx="374227" cy="89747"/>
          </a:xfrm>
        </p:grpSpPr>
        <p:sp>
          <p:nvSpPr>
            <p:cNvPr id="22" name="Freeform 22"/>
            <p:cNvSpPr/>
            <p:nvPr/>
          </p:nvSpPr>
          <p:spPr>
            <a:xfrm>
              <a:off x="0" y="0"/>
              <a:ext cx="374015" cy="89535"/>
            </a:xfrm>
            <a:custGeom>
              <a:avLst/>
              <a:gdLst/>
              <a:ahLst/>
              <a:cxnLst/>
              <a:rect l="l" t="t" r="r" b="b"/>
              <a:pathLst>
                <a:path w="374015" h="89535">
                  <a:moveTo>
                    <a:pt x="173990" y="89535"/>
                  </a:moveTo>
                  <a:lnTo>
                    <a:pt x="254635" y="88519"/>
                  </a:lnTo>
                  <a:lnTo>
                    <a:pt x="317881" y="80518"/>
                  </a:lnTo>
                  <a:lnTo>
                    <a:pt x="359156" y="71374"/>
                  </a:lnTo>
                  <a:lnTo>
                    <a:pt x="374015" y="67056"/>
                  </a:lnTo>
                  <a:lnTo>
                    <a:pt x="359791" y="57404"/>
                  </a:lnTo>
                  <a:lnTo>
                    <a:pt x="320421" y="35560"/>
                  </a:lnTo>
                  <a:lnTo>
                    <a:pt x="260350" y="12827"/>
                  </a:lnTo>
                  <a:lnTo>
                    <a:pt x="184277" y="0"/>
                  </a:lnTo>
                  <a:lnTo>
                    <a:pt x="109220" y="1270"/>
                  </a:lnTo>
                  <a:lnTo>
                    <a:pt x="50927" y="9652"/>
                  </a:lnTo>
                  <a:lnTo>
                    <a:pt x="13335" y="19050"/>
                  </a:lnTo>
                  <a:lnTo>
                    <a:pt x="0" y="23495"/>
                  </a:lnTo>
                  <a:lnTo>
                    <a:pt x="10795" y="33020"/>
                  </a:lnTo>
                  <a:lnTo>
                    <a:pt x="43180" y="54229"/>
                  </a:lnTo>
                  <a:lnTo>
                    <a:pt x="97409" y="76708"/>
                  </a:lnTo>
                  <a:lnTo>
                    <a:pt x="173990" y="89535"/>
                  </a:lnTo>
                  <a:close/>
                </a:path>
              </a:pathLst>
            </a:custGeom>
            <a:solidFill>
              <a:srgbClr val="FFFFFF"/>
            </a:solidFill>
          </p:spPr>
        </p:sp>
      </p:grpSp>
      <p:sp>
        <p:nvSpPr>
          <p:cNvPr id="23" name="Freeform 23"/>
          <p:cNvSpPr/>
          <p:nvPr/>
        </p:nvSpPr>
        <p:spPr>
          <a:xfrm>
            <a:off x="17563315" y="1080067"/>
            <a:ext cx="162610" cy="230903"/>
          </a:xfrm>
          <a:custGeom>
            <a:avLst/>
            <a:gdLst/>
            <a:ahLst/>
            <a:cxnLst/>
            <a:rect l="l" t="t" r="r" b="b"/>
            <a:pathLst>
              <a:path w="162610" h="230903">
                <a:moveTo>
                  <a:pt x="0" y="0"/>
                </a:moveTo>
                <a:lnTo>
                  <a:pt x="162610" y="0"/>
                </a:lnTo>
                <a:lnTo>
                  <a:pt x="162610" y="230903"/>
                </a:lnTo>
                <a:lnTo>
                  <a:pt x="0" y="230903"/>
                </a:lnTo>
                <a:lnTo>
                  <a:pt x="0" y="0"/>
                </a:lnTo>
                <a:close/>
              </a:path>
            </a:pathLst>
          </a:custGeom>
          <a:blipFill>
            <a:blip r:embed="rId15"/>
            <a:stretch>
              <a:fillRect l="-290" r="-290"/>
            </a:stretch>
          </a:blipFill>
        </p:spPr>
      </p:sp>
      <p:grpSp>
        <p:nvGrpSpPr>
          <p:cNvPr id="24" name="Group 24"/>
          <p:cNvGrpSpPr/>
          <p:nvPr/>
        </p:nvGrpSpPr>
        <p:grpSpPr>
          <a:xfrm>
            <a:off x="17604850" y="1252199"/>
            <a:ext cx="280670" cy="75565"/>
            <a:chOff x="0" y="0"/>
            <a:chExt cx="374227" cy="100753"/>
          </a:xfrm>
        </p:grpSpPr>
        <p:sp>
          <p:nvSpPr>
            <p:cNvPr id="25" name="Freeform 25"/>
            <p:cNvSpPr/>
            <p:nvPr/>
          </p:nvSpPr>
          <p:spPr>
            <a:xfrm>
              <a:off x="0" y="0"/>
              <a:ext cx="373888" cy="100330"/>
            </a:xfrm>
            <a:custGeom>
              <a:avLst/>
              <a:gdLst/>
              <a:ahLst/>
              <a:cxnLst/>
              <a:rect l="l" t="t" r="r" b="b"/>
              <a:pathLst>
                <a:path w="373888" h="100330">
                  <a:moveTo>
                    <a:pt x="107188" y="100203"/>
                  </a:moveTo>
                  <a:lnTo>
                    <a:pt x="184658" y="94869"/>
                  </a:lnTo>
                  <a:lnTo>
                    <a:pt x="262763" y="75057"/>
                  </a:lnTo>
                  <a:lnTo>
                    <a:pt x="322453" y="52451"/>
                  </a:lnTo>
                  <a:lnTo>
                    <a:pt x="373888" y="26162"/>
                  </a:lnTo>
                  <a:lnTo>
                    <a:pt x="357886" y="20066"/>
                  </a:lnTo>
                  <a:lnTo>
                    <a:pt x="314325" y="8001"/>
                  </a:lnTo>
                  <a:lnTo>
                    <a:pt x="250571" y="0"/>
                  </a:lnTo>
                  <a:lnTo>
                    <a:pt x="173736" y="5334"/>
                  </a:lnTo>
                  <a:lnTo>
                    <a:pt x="100965" y="24130"/>
                  </a:lnTo>
                  <a:lnTo>
                    <a:pt x="46355" y="45847"/>
                  </a:lnTo>
                  <a:lnTo>
                    <a:pt x="11938" y="63754"/>
                  </a:lnTo>
                  <a:lnTo>
                    <a:pt x="0" y="71247"/>
                  </a:lnTo>
                  <a:lnTo>
                    <a:pt x="12700" y="77978"/>
                  </a:lnTo>
                  <a:lnTo>
                    <a:pt x="49149" y="91186"/>
                  </a:lnTo>
                  <a:lnTo>
                    <a:pt x="107188" y="100330"/>
                  </a:lnTo>
                  <a:close/>
                </a:path>
              </a:pathLst>
            </a:custGeom>
            <a:solidFill>
              <a:srgbClr val="FFFFFF"/>
            </a:solidFill>
          </p:spPr>
        </p:sp>
      </p:grpSp>
      <p:sp>
        <p:nvSpPr>
          <p:cNvPr id="26" name="Freeform 26"/>
          <p:cNvSpPr/>
          <p:nvPr/>
        </p:nvSpPr>
        <p:spPr>
          <a:xfrm>
            <a:off x="17679041" y="1105987"/>
            <a:ext cx="245478" cy="140612"/>
          </a:xfrm>
          <a:custGeom>
            <a:avLst/>
            <a:gdLst/>
            <a:ahLst/>
            <a:cxnLst/>
            <a:rect l="l" t="t" r="r" b="b"/>
            <a:pathLst>
              <a:path w="245478" h="140612">
                <a:moveTo>
                  <a:pt x="0" y="0"/>
                </a:moveTo>
                <a:lnTo>
                  <a:pt x="245478" y="0"/>
                </a:lnTo>
                <a:lnTo>
                  <a:pt x="245478" y="140612"/>
                </a:lnTo>
                <a:lnTo>
                  <a:pt x="0" y="140612"/>
                </a:lnTo>
                <a:lnTo>
                  <a:pt x="0" y="0"/>
                </a:lnTo>
                <a:close/>
              </a:path>
            </a:pathLst>
          </a:custGeom>
          <a:blipFill>
            <a:blip r:embed="rId16"/>
            <a:stretch>
              <a:fillRect t="-359" b="-359"/>
            </a:stretch>
          </a:blipFill>
        </p:spPr>
      </p:sp>
      <p:sp>
        <p:nvSpPr>
          <p:cNvPr id="27" name="Freeform 27"/>
          <p:cNvSpPr/>
          <p:nvPr/>
        </p:nvSpPr>
        <p:spPr>
          <a:xfrm>
            <a:off x="17621199" y="339330"/>
            <a:ext cx="390525" cy="803275"/>
          </a:xfrm>
          <a:custGeom>
            <a:avLst/>
            <a:gdLst/>
            <a:ahLst/>
            <a:cxnLst/>
            <a:rect l="l" t="t" r="r" b="b"/>
            <a:pathLst>
              <a:path w="390525" h="803275">
                <a:moveTo>
                  <a:pt x="0" y="0"/>
                </a:moveTo>
                <a:lnTo>
                  <a:pt x="390525" y="0"/>
                </a:lnTo>
                <a:lnTo>
                  <a:pt x="390525" y="803275"/>
                </a:lnTo>
                <a:lnTo>
                  <a:pt x="0" y="803275"/>
                </a:lnTo>
                <a:lnTo>
                  <a:pt x="0" y="0"/>
                </a:lnTo>
                <a:close/>
              </a:path>
            </a:pathLst>
          </a:custGeom>
          <a:blipFill>
            <a:blip r:embed="rId17">
              <a:extLst>
                <a:ext uri="{96DAC541-7B7A-43D3-8B79-37D633B846F1}">
                  <asvg:svgBlip xmlns:asvg="http://schemas.microsoft.com/office/drawing/2016/SVG/main" r:embed="rId18"/>
                </a:ext>
              </a:extLst>
            </a:blip>
            <a:stretch>
              <a:fillRect/>
            </a:stretch>
          </a:blipFill>
        </p:spPr>
      </p:sp>
      <p:sp>
        <p:nvSpPr>
          <p:cNvPr id="28" name="Freeform 28"/>
          <p:cNvSpPr/>
          <p:nvPr/>
        </p:nvSpPr>
        <p:spPr>
          <a:xfrm>
            <a:off x="17321684" y="1423928"/>
            <a:ext cx="112071" cy="126802"/>
          </a:xfrm>
          <a:custGeom>
            <a:avLst/>
            <a:gdLst/>
            <a:ahLst/>
            <a:cxnLst/>
            <a:rect l="l" t="t" r="r" b="b"/>
            <a:pathLst>
              <a:path w="112071" h="126802">
                <a:moveTo>
                  <a:pt x="0" y="0"/>
                </a:moveTo>
                <a:lnTo>
                  <a:pt x="112071" y="0"/>
                </a:lnTo>
                <a:lnTo>
                  <a:pt x="112071" y="126802"/>
                </a:lnTo>
                <a:lnTo>
                  <a:pt x="0" y="126802"/>
                </a:lnTo>
                <a:lnTo>
                  <a:pt x="0" y="0"/>
                </a:lnTo>
                <a:close/>
              </a:path>
            </a:pathLst>
          </a:custGeom>
          <a:blipFill>
            <a:blip r:embed="rId19"/>
            <a:stretch>
              <a:fillRect l="-2220" r="-2220"/>
            </a:stretch>
          </a:blipFill>
        </p:spPr>
      </p:sp>
      <p:grpSp>
        <p:nvGrpSpPr>
          <p:cNvPr id="29" name="Group 29"/>
          <p:cNvGrpSpPr/>
          <p:nvPr/>
        </p:nvGrpSpPr>
        <p:grpSpPr>
          <a:xfrm>
            <a:off x="16474160" y="744181"/>
            <a:ext cx="38100" cy="307340"/>
            <a:chOff x="0" y="0"/>
            <a:chExt cx="50800" cy="409787"/>
          </a:xfrm>
        </p:grpSpPr>
        <p:sp>
          <p:nvSpPr>
            <p:cNvPr id="30" name="Freeform 30"/>
            <p:cNvSpPr/>
            <p:nvPr/>
          </p:nvSpPr>
          <p:spPr>
            <a:xfrm>
              <a:off x="0" y="367665"/>
              <a:ext cx="41529" cy="41529"/>
            </a:xfrm>
            <a:custGeom>
              <a:avLst/>
              <a:gdLst/>
              <a:ahLst/>
              <a:cxnLst/>
              <a:rect l="l" t="t" r="r" b="b"/>
              <a:pathLst>
                <a:path w="41529" h="41529">
                  <a:moveTo>
                    <a:pt x="41529" y="0"/>
                  </a:moveTo>
                  <a:lnTo>
                    <a:pt x="0" y="0"/>
                  </a:lnTo>
                  <a:lnTo>
                    <a:pt x="0" y="41529"/>
                  </a:lnTo>
                  <a:lnTo>
                    <a:pt x="41529" y="41529"/>
                  </a:lnTo>
                  <a:lnTo>
                    <a:pt x="41529" y="0"/>
                  </a:lnTo>
                  <a:close/>
                </a:path>
              </a:pathLst>
            </a:custGeom>
            <a:solidFill>
              <a:srgbClr val="FFFFFF"/>
            </a:solidFill>
          </p:spPr>
        </p:sp>
        <p:sp>
          <p:nvSpPr>
            <p:cNvPr id="31" name="Freeform 31"/>
            <p:cNvSpPr/>
            <p:nvPr/>
          </p:nvSpPr>
          <p:spPr>
            <a:xfrm>
              <a:off x="9144" y="0"/>
              <a:ext cx="41529" cy="41529"/>
            </a:xfrm>
            <a:custGeom>
              <a:avLst/>
              <a:gdLst/>
              <a:ahLst/>
              <a:cxnLst/>
              <a:rect l="l" t="t" r="r" b="b"/>
              <a:pathLst>
                <a:path w="41529" h="41529">
                  <a:moveTo>
                    <a:pt x="41529" y="0"/>
                  </a:moveTo>
                  <a:lnTo>
                    <a:pt x="0" y="0"/>
                  </a:lnTo>
                  <a:lnTo>
                    <a:pt x="0" y="41529"/>
                  </a:lnTo>
                  <a:lnTo>
                    <a:pt x="41529" y="41529"/>
                  </a:lnTo>
                  <a:lnTo>
                    <a:pt x="41529" y="0"/>
                  </a:lnTo>
                  <a:close/>
                </a:path>
              </a:pathLst>
            </a:custGeom>
            <a:solidFill>
              <a:srgbClr val="FFFFFF"/>
            </a:solidFill>
          </p:spPr>
        </p:sp>
      </p:grpSp>
      <p:sp>
        <p:nvSpPr>
          <p:cNvPr id="32" name="Freeform 32"/>
          <p:cNvSpPr/>
          <p:nvPr/>
        </p:nvSpPr>
        <p:spPr>
          <a:xfrm>
            <a:off x="16947701" y="1390593"/>
            <a:ext cx="135917" cy="134319"/>
          </a:xfrm>
          <a:custGeom>
            <a:avLst/>
            <a:gdLst/>
            <a:ahLst/>
            <a:cxnLst/>
            <a:rect l="l" t="t" r="r" b="b"/>
            <a:pathLst>
              <a:path w="135917" h="134319">
                <a:moveTo>
                  <a:pt x="0" y="0"/>
                </a:moveTo>
                <a:lnTo>
                  <a:pt x="135917" y="0"/>
                </a:lnTo>
                <a:lnTo>
                  <a:pt x="135917" y="134319"/>
                </a:lnTo>
                <a:lnTo>
                  <a:pt x="0" y="134319"/>
                </a:lnTo>
                <a:lnTo>
                  <a:pt x="0" y="0"/>
                </a:lnTo>
                <a:close/>
              </a:path>
            </a:pathLst>
          </a:custGeom>
          <a:blipFill>
            <a:blip r:embed="rId20"/>
            <a:stretch>
              <a:fillRect t="-594" b="-594"/>
            </a:stretch>
          </a:blipFill>
        </p:spPr>
      </p:sp>
      <p:grpSp>
        <p:nvGrpSpPr>
          <p:cNvPr id="33" name="Group 33"/>
          <p:cNvGrpSpPr/>
          <p:nvPr/>
        </p:nvGrpSpPr>
        <p:grpSpPr>
          <a:xfrm>
            <a:off x="16209922" y="1570445"/>
            <a:ext cx="1592580" cy="157480"/>
            <a:chOff x="0" y="0"/>
            <a:chExt cx="2123440" cy="209973"/>
          </a:xfrm>
        </p:grpSpPr>
        <p:sp>
          <p:nvSpPr>
            <p:cNvPr id="34" name="Freeform 34"/>
            <p:cNvSpPr/>
            <p:nvPr/>
          </p:nvSpPr>
          <p:spPr>
            <a:xfrm>
              <a:off x="0" y="0"/>
              <a:ext cx="2123440" cy="209973"/>
            </a:xfrm>
            <a:custGeom>
              <a:avLst/>
              <a:gdLst/>
              <a:ahLst/>
              <a:cxnLst/>
              <a:rect l="l" t="t" r="r" b="b"/>
              <a:pathLst>
                <a:path w="2123440" h="209973">
                  <a:moveTo>
                    <a:pt x="0" y="0"/>
                  </a:moveTo>
                  <a:lnTo>
                    <a:pt x="2123440" y="0"/>
                  </a:lnTo>
                  <a:lnTo>
                    <a:pt x="2123440" y="209973"/>
                  </a:lnTo>
                  <a:lnTo>
                    <a:pt x="0" y="209973"/>
                  </a:lnTo>
                  <a:close/>
                </a:path>
              </a:pathLst>
            </a:custGeom>
          </p:spPr>
        </p:sp>
        <p:sp>
          <p:nvSpPr>
            <p:cNvPr id="35" name="TextBox 35"/>
            <p:cNvSpPr txBox="1"/>
            <p:nvPr/>
          </p:nvSpPr>
          <p:spPr>
            <a:xfrm>
              <a:off x="0" y="-9525"/>
              <a:ext cx="2123440" cy="219498"/>
            </a:xfrm>
            <a:prstGeom prst="rect">
              <a:avLst/>
            </a:prstGeom>
          </p:spPr>
          <p:txBody>
            <a:bodyPr lIns="0" tIns="0" rIns="0" bIns="0" rtlCol="0" anchor="t"/>
            <a:lstStyle/>
            <a:p>
              <a:pPr algn="l">
                <a:lnSpc>
                  <a:spcPts val="1019"/>
                </a:lnSpc>
              </a:pPr>
              <a:r>
                <a:rPr lang="en-US" sz="850" b="1" spc="-55">
                  <a:solidFill>
                    <a:srgbClr val="FFFFFF"/>
                  </a:solidFill>
                  <a:latin typeface="Tahoma Bold"/>
                  <a:ea typeface="Tahoma Bold"/>
                  <a:cs typeface="Tahoma Bold"/>
                  <a:sym typeface="Tahoma Bold"/>
                </a:rPr>
                <a:t>Forum Of Data Science Engineers</a:t>
              </a:r>
            </a:p>
          </p:txBody>
        </p:sp>
      </p:grpSp>
      <p:grpSp>
        <p:nvGrpSpPr>
          <p:cNvPr id="36" name="Group 36"/>
          <p:cNvGrpSpPr/>
          <p:nvPr/>
        </p:nvGrpSpPr>
        <p:grpSpPr>
          <a:xfrm>
            <a:off x="2192139" y="2270630"/>
            <a:ext cx="650240" cy="278130"/>
            <a:chOff x="0" y="0"/>
            <a:chExt cx="866987" cy="370840"/>
          </a:xfrm>
        </p:grpSpPr>
        <p:sp>
          <p:nvSpPr>
            <p:cNvPr id="37" name="Freeform 37"/>
            <p:cNvSpPr/>
            <p:nvPr/>
          </p:nvSpPr>
          <p:spPr>
            <a:xfrm>
              <a:off x="0" y="0"/>
              <a:ext cx="866987" cy="370840"/>
            </a:xfrm>
            <a:custGeom>
              <a:avLst/>
              <a:gdLst/>
              <a:ahLst/>
              <a:cxnLst/>
              <a:rect l="l" t="t" r="r" b="b"/>
              <a:pathLst>
                <a:path w="866987" h="370840">
                  <a:moveTo>
                    <a:pt x="0" y="0"/>
                  </a:moveTo>
                  <a:lnTo>
                    <a:pt x="866987" y="0"/>
                  </a:lnTo>
                  <a:lnTo>
                    <a:pt x="866987" y="370840"/>
                  </a:lnTo>
                  <a:lnTo>
                    <a:pt x="0" y="370840"/>
                  </a:lnTo>
                  <a:close/>
                </a:path>
              </a:pathLst>
            </a:custGeom>
          </p:spPr>
        </p:sp>
        <p:sp>
          <p:nvSpPr>
            <p:cNvPr id="38" name="TextBox 38"/>
            <p:cNvSpPr txBox="1"/>
            <p:nvPr/>
          </p:nvSpPr>
          <p:spPr>
            <a:xfrm>
              <a:off x="0" y="9525"/>
              <a:ext cx="866987" cy="361315"/>
            </a:xfrm>
            <a:prstGeom prst="rect">
              <a:avLst/>
            </a:prstGeom>
          </p:spPr>
          <p:txBody>
            <a:bodyPr lIns="0" tIns="0" rIns="0" bIns="0" rtlCol="0" anchor="t"/>
            <a:lstStyle/>
            <a:p>
              <a:pPr algn="l">
                <a:lnSpc>
                  <a:spcPts val="2095"/>
                </a:lnSpc>
              </a:pPr>
              <a:r>
                <a:rPr lang="en-US" sz="1800" b="1" spc="40">
                  <a:solidFill>
                    <a:srgbClr val="000000"/>
                  </a:solidFill>
                  <a:latin typeface="Tahoma Bold"/>
                  <a:ea typeface="Tahoma Bold"/>
                  <a:cs typeface="Tahoma Bold"/>
                  <a:sym typeface="Tahoma Bold"/>
                </a:rPr>
                <a:t>ROLE</a:t>
              </a:r>
            </a:p>
          </p:txBody>
        </p:sp>
      </p:grpSp>
      <p:grpSp>
        <p:nvGrpSpPr>
          <p:cNvPr id="39" name="Group 39"/>
          <p:cNvGrpSpPr/>
          <p:nvPr/>
        </p:nvGrpSpPr>
        <p:grpSpPr>
          <a:xfrm>
            <a:off x="5647030" y="2270630"/>
            <a:ext cx="728980" cy="278130"/>
            <a:chOff x="0" y="0"/>
            <a:chExt cx="971973" cy="370840"/>
          </a:xfrm>
        </p:grpSpPr>
        <p:sp>
          <p:nvSpPr>
            <p:cNvPr id="40" name="Freeform 40"/>
            <p:cNvSpPr/>
            <p:nvPr/>
          </p:nvSpPr>
          <p:spPr>
            <a:xfrm>
              <a:off x="0" y="0"/>
              <a:ext cx="971973" cy="370840"/>
            </a:xfrm>
            <a:custGeom>
              <a:avLst/>
              <a:gdLst/>
              <a:ahLst/>
              <a:cxnLst/>
              <a:rect l="l" t="t" r="r" b="b"/>
              <a:pathLst>
                <a:path w="971973" h="370840">
                  <a:moveTo>
                    <a:pt x="0" y="0"/>
                  </a:moveTo>
                  <a:lnTo>
                    <a:pt x="971973" y="0"/>
                  </a:lnTo>
                  <a:lnTo>
                    <a:pt x="971973" y="370840"/>
                  </a:lnTo>
                  <a:lnTo>
                    <a:pt x="0" y="370840"/>
                  </a:lnTo>
                  <a:close/>
                </a:path>
              </a:pathLst>
            </a:custGeom>
          </p:spPr>
        </p:sp>
        <p:sp>
          <p:nvSpPr>
            <p:cNvPr id="41" name="TextBox 41"/>
            <p:cNvSpPr txBox="1"/>
            <p:nvPr/>
          </p:nvSpPr>
          <p:spPr>
            <a:xfrm>
              <a:off x="0" y="9525"/>
              <a:ext cx="971973" cy="361315"/>
            </a:xfrm>
            <a:prstGeom prst="rect">
              <a:avLst/>
            </a:prstGeom>
          </p:spPr>
          <p:txBody>
            <a:bodyPr lIns="0" tIns="0" rIns="0" bIns="0" rtlCol="0" anchor="t"/>
            <a:lstStyle/>
            <a:p>
              <a:pPr algn="l">
                <a:lnSpc>
                  <a:spcPts val="2095"/>
                </a:lnSpc>
              </a:pPr>
              <a:r>
                <a:rPr lang="en-US" sz="1800" b="1" spc="69">
                  <a:solidFill>
                    <a:srgbClr val="000000"/>
                  </a:solidFill>
                  <a:latin typeface="Tahoma Bold"/>
                  <a:ea typeface="Tahoma Bold"/>
                  <a:cs typeface="Tahoma Bold"/>
                  <a:sym typeface="Tahoma Bold"/>
                </a:rPr>
                <a:t>NAME</a:t>
              </a:r>
            </a:p>
          </p:txBody>
        </p:sp>
      </p:grpSp>
      <p:grpSp>
        <p:nvGrpSpPr>
          <p:cNvPr id="42" name="Group 42"/>
          <p:cNvGrpSpPr/>
          <p:nvPr/>
        </p:nvGrpSpPr>
        <p:grpSpPr>
          <a:xfrm>
            <a:off x="8702472" y="2270630"/>
            <a:ext cx="1736089" cy="278130"/>
            <a:chOff x="0" y="0"/>
            <a:chExt cx="2314785" cy="370840"/>
          </a:xfrm>
        </p:grpSpPr>
        <p:sp>
          <p:nvSpPr>
            <p:cNvPr id="43" name="Freeform 43"/>
            <p:cNvSpPr/>
            <p:nvPr/>
          </p:nvSpPr>
          <p:spPr>
            <a:xfrm>
              <a:off x="0" y="0"/>
              <a:ext cx="2314785" cy="370840"/>
            </a:xfrm>
            <a:custGeom>
              <a:avLst/>
              <a:gdLst/>
              <a:ahLst/>
              <a:cxnLst/>
              <a:rect l="l" t="t" r="r" b="b"/>
              <a:pathLst>
                <a:path w="2314785" h="370840">
                  <a:moveTo>
                    <a:pt x="0" y="0"/>
                  </a:moveTo>
                  <a:lnTo>
                    <a:pt x="2314785" y="0"/>
                  </a:lnTo>
                  <a:lnTo>
                    <a:pt x="2314785" y="370840"/>
                  </a:lnTo>
                  <a:lnTo>
                    <a:pt x="0" y="370840"/>
                  </a:lnTo>
                  <a:close/>
                </a:path>
              </a:pathLst>
            </a:custGeom>
          </p:spPr>
        </p:sp>
        <p:sp>
          <p:nvSpPr>
            <p:cNvPr id="44" name="TextBox 44"/>
            <p:cNvSpPr txBox="1"/>
            <p:nvPr/>
          </p:nvSpPr>
          <p:spPr>
            <a:xfrm>
              <a:off x="0" y="9525"/>
              <a:ext cx="2314785" cy="361315"/>
            </a:xfrm>
            <a:prstGeom prst="rect">
              <a:avLst/>
            </a:prstGeom>
          </p:spPr>
          <p:txBody>
            <a:bodyPr lIns="0" tIns="0" rIns="0" bIns="0" rtlCol="0" anchor="t"/>
            <a:lstStyle/>
            <a:p>
              <a:pPr algn="l">
                <a:lnSpc>
                  <a:spcPts val="2095"/>
                </a:lnSpc>
              </a:pPr>
              <a:r>
                <a:rPr lang="en-US" sz="1800" b="1" spc="-10">
                  <a:solidFill>
                    <a:srgbClr val="000000"/>
                  </a:solidFill>
                  <a:latin typeface="Tahoma Bold"/>
                  <a:ea typeface="Tahoma Bold"/>
                  <a:cs typeface="Tahoma Bold"/>
                  <a:sym typeface="Tahoma Bold"/>
                </a:rPr>
                <a:t>STREAM/DEPT</a:t>
              </a:r>
            </a:p>
          </p:txBody>
        </p:sp>
      </p:grpSp>
      <p:grpSp>
        <p:nvGrpSpPr>
          <p:cNvPr id="45" name="Group 45"/>
          <p:cNvGrpSpPr/>
          <p:nvPr/>
        </p:nvGrpSpPr>
        <p:grpSpPr>
          <a:xfrm>
            <a:off x="12025685" y="2270630"/>
            <a:ext cx="648970" cy="278130"/>
            <a:chOff x="0" y="0"/>
            <a:chExt cx="865293" cy="370840"/>
          </a:xfrm>
        </p:grpSpPr>
        <p:sp>
          <p:nvSpPr>
            <p:cNvPr id="46" name="Freeform 46"/>
            <p:cNvSpPr/>
            <p:nvPr/>
          </p:nvSpPr>
          <p:spPr>
            <a:xfrm>
              <a:off x="0" y="0"/>
              <a:ext cx="865293" cy="370840"/>
            </a:xfrm>
            <a:custGeom>
              <a:avLst/>
              <a:gdLst/>
              <a:ahLst/>
              <a:cxnLst/>
              <a:rect l="l" t="t" r="r" b="b"/>
              <a:pathLst>
                <a:path w="865293" h="370840">
                  <a:moveTo>
                    <a:pt x="0" y="0"/>
                  </a:moveTo>
                  <a:lnTo>
                    <a:pt x="865293" y="0"/>
                  </a:lnTo>
                  <a:lnTo>
                    <a:pt x="865293" y="370840"/>
                  </a:lnTo>
                  <a:lnTo>
                    <a:pt x="0" y="370840"/>
                  </a:lnTo>
                  <a:close/>
                </a:path>
              </a:pathLst>
            </a:custGeom>
          </p:spPr>
        </p:sp>
        <p:sp>
          <p:nvSpPr>
            <p:cNvPr id="47" name="TextBox 47"/>
            <p:cNvSpPr txBox="1"/>
            <p:nvPr/>
          </p:nvSpPr>
          <p:spPr>
            <a:xfrm>
              <a:off x="0" y="9525"/>
              <a:ext cx="865293" cy="361315"/>
            </a:xfrm>
            <a:prstGeom prst="rect">
              <a:avLst/>
            </a:prstGeom>
          </p:spPr>
          <p:txBody>
            <a:bodyPr lIns="0" tIns="0" rIns="0" bIns="0" rtlCol="0" anchor="t"/>
            <a:lstStyle/>
            <a:p>
              <a:pPr algn="l">
                <a:lnSpc>
                  <a:spcPts val="2095"/>
                </a:lnSpc>
              </a:pPr>
              <a:r>
                <a:rPr lang="en-US" sz="1800" b="1" spc="-20">
                  <a:solidFill>
                    <a:srgbClr val="000000"/>
                  </a:solidFill>
                  <a:latin typeface="Tahoma Bold"/>
                  <a:ea typeface="Tahoma Bold"/>
                  <a:cs typeface="Tahoma Bold"/>
                  <a:sym typeface="Tahoma Bold"/>
                </a:rPr>
                <a:t>YEAR</a:t>
              </a:r>
            </a:p>
          </p:txBody>
        </p:sp>
      </p:grpSp>
      <p:grpSp>
        <p:nvGrpSpPr>
          <p:cNvPr id="48" name="Group 48"/>
          <p:cNvGrpSpPr/>
          <p:nvPr/>
        </p:nvGrpSpPr>
        <p:grpSpPr>
          <a:xfrm>
            <a:off x="14860261" y="2270630"/>
            <a:ext cx="1115695" cy="278130"/>
            <a:chOff x="0" y="0"/>
            <a:chExt cx="1487593" cy="370840"/>
          </a:xfrm>
        </p:grpSpPr>
        <p:sp>
          <p:nvSpPr>
            <p:cNvPr id="49" name="Freeform 49"/>
            <p:cNvSpPr/>
            <p:nvPr/>
          </p:nvSpPr>
          <p:spPr>
            <a:xfrm>
              <a:off x="0" y="0"/>
              <a:ext cx="1487593" cy="370840"/>
            </a:xfrm>
            <a:custGeom>
              <a:avLst/>
              <a:gdLst/>
              <a:ahLst/>
              <a:cxnLst/>
              <a:rect l="l" t="t" r="r" b="b"/>
              <a:pathLst>
                <a:path w="1487593" h="370840">
                  <a:moveTo>
                    <a:pt x="0" y="0"/>
                  </a:moveTo>
                  <a:lnTo>
                    <a:pt x="1487593" y="0"/>
                  </a:lnTo>
                  <a:lnTo>
                    <a:pt x="1487593" y="370840"/>
                  </a:lnTo>
                  <a:lnTo>
                    <a:pt x="0" y="370840"/>
                  </a:lnTo>
                  <a:close/>
                </a:path>
              </a:pathLst>
            </a:custGeom>
          </p:spPr>
        </p:sp>
        <p:sp>
          <p:nvSpPr>
            <p:cNvPr id="50" name="TextBox 50"/>
            <p:cNvSpPr txBox="1"/>
            <p:nvPr/>
          </p:nvSpPr>
          <p:spPr>
            <a:xfrm>
              <a:off x="0" y="9525"/>
              <a:ext cx="1487593" cy="361315"/>
            </a:xfrm>
            <a:prstGeom prst="rect">
              <a:avLst/>
            </a:prstGeom>
          </p:spPr>
          <p:txBody>
            <a:bodyPr lIns="0" tIns="0" rIns="0" bIns="0" rtlCol="0" anchor="t"/>
            <a:lstStyle/>
            <a:p>
              <a:pPr algn="l">
                <a:lnSpc>
                  <a:spcPts val="2095"/>
                </a:lnSpc>
              </a:pPr>
              <a:r>
                <a:rPr lang="en-US" sz="1800" b="1" spc="60">
                  <a:solidFill>
                    <a:srgbClr val="000000"/>
                  </a:solidFill>
                  <a:latin typeface="Tahoma Bold"/>
                  <a:ea typeface="Tahoma Bold"/>
                  <a:cs typeface="Tahoma Bold"/>
                  <a:sym typeface="Tahoma Bold"/>
                </a:rPr>
                <a:t>COLLEGE</a:t>
              </a:r>
            </a:p>
          </p:txBody>
        </p:sp>
      </p:grpSp>
      <p:grpSp>
        <p:nvGrpSpPr>
          <p:cNvPr id="52" name="Group 52"/>
          <p:cNvGrpSpPr/>
          <p:nvPr/>
        </p:nvGrpSpPr>
        <p:grpSpPr>
          <a:xfrm>
            <a:off x="1016000" y="276291"/>
            <a:ext cx="11351260" cy="926973"/>
            <a:chOff x="0" y="0"/>
            <a:chExt cx="15135013" cy="1235964"/>
          </a:xfrm>
        </p:grpSpPr>
        <p:sp>
          <p:nvSpPr>
            <p:cNvPr id="53" name="Freeform 53"/>
            <p:cNvSpPr/>
            <p:nvPr/>
          </p:nvSpPr>
          <p:spPr>
            <a:xfrm>
              <a:off x="0" y="0"/>
              <a:ext cx="15135014" cy="1235964"/>
            </a:xfrm>
            <a:custGeom>
              <a:avLst/>
              <a:gdLst/>
              <a:ahLst/>
              <a:cxnLst/>
              <a:rect l="l" t="t" r="r" b="b"/>
              <a:pathLst>
                <a:path w="15135014" h="1235964">
                  <a:moveTo>
                    <a:pt x="0" y="0"/>
                  </a:moveTo>
                  <a:lnTo>
                    <a:pt x="15135014" y="0"/>
                  </a:lnTo>
                  <a:lnTo>
                    <a:pt x="15135014" y="1235964"/>
                  </a:lnTo>
                  <a:lnTo>
                    <a:pt x="0" y="1235964"/>
                  </a:lnTo>
                  <a:close/>
                </a:path>
              </a:pathLst>
            </a:custGeom>
          </p:spPr>
        </p:sp>
        <p:sp>
          <p:nvSpPr>
            <p:cNvPr id="54" name="TextBox 54"/>
            <p:cNvSpPr txBox="1"/>
            <p:nvPr/>
          </p:nvSpPr>
          <p:spPr>
            <a:xfrm>
              <a:off x="0" y="-9525"/>
              <a:ext cx="15135013" cy="1245489"/>
            </a:xfrm>
            <a:prstGeom prst="rect">
              <a:avLst/>
            </a:prstGeom>
          </p:spPr>
          <p:txBody>
            <a:bodyPr lIns="0" tIns="0" rIns="0" bIns="0" rtlCol="0" anchor="t"/>
            <a:lstStyle/>
            <a:p>
              <a:pPr algn="l">
                <a:lnSpc>
                  <a:spcPts val="6120"/>
                </a:lnSpc>
              </a:pPr>
              <a:r>
                <a:rPr lang="en-US" sz="5100" b="1" spc="305">
                  <a:solidFill>
                    <a:srgbClr val="FFFFFF"/>
                  </a:solidFill>
                  <a:latin typeface="Atkinson Hyperlegible Bold"/>
                  <a:ea typeface="Atkinson Hyperlegible Bold"/>
                  <a:cs typeface="Atkinson Hyperlegible Bold"/>
                  <a:sym typeface="Atkinson Hyperlegible Bold"/>
                </a:rPr>
                <a:t>TEAM DETAILS</a:t>
              </a:r>
            </a:p>
          </p:txBody>
        </p:sp>
      </p:grpSp>
      <p:sp>
        <p:nvSpPr>
          <p:cNvPr id="55" name="Freeform 55"/>
          <p:cNvSpPr/>
          <p:nvPr/>
        </p:nvSpPr>
        <p:spPr>
          <a:xfrm>
            <a:off x="13778250" y="8698621"/>
            <a:ext cx="4509748" cy="1588378"/>
          </a:xfrm>
          <a:custGeom>
            <a:avLst/>
            <a:gdLst/>
            <a:ahLst/>
            <a:cxnLst/>
            <a:rect l="l" t="t" r="r" b="b"/>
            <a:pathLst>
              <a:path w="4509748" h="1588378">
                <a:moveTo>
                  <a:pt x="0" y="0"/>
                </a:moveTo>
                <a:lnTo>
                  <a:pt x="4509748" y="0"/>
                </a:lnTo>
                <a:lnTo>
                  <a:pt x="4509748" y="1588378"/>
                </a:lnTo>
                <a:lnTo>
                  <a:pt x="0" y="1588378"/>
                </a:lnTo>
                <a:lnTo>
                  <a:pt x="0" y="0"/>
                </a:lnTo>
                <a:close/>
              </a:path>
            </a:pathLst>
          </a:custGeom>
          <a:blipFill>
            <a:blip r:embed="rId21"/>
            <a:stretch>
              <a:fillRect/>
            </a:stretch>
          </a:blipFill>
        </p:spPr>
      </p:sp>
      <p:pic>
        <p:nvPicPr>
          <p:cNvPr id="59" name="Picture 58">
            <a:extLst>
              <a:ext uri="{FF2B5EF4-FFF2-40B4-BE49-F238E27FC236}">
                <a16:creationId xmlns:a16="http://schemas.microsoft.com/office/drawing/2014/main" id="{9CDAF466-2EA9-E9EF-F584-302C15995C32}"/>
              </a:ext>
            </a:extLst>
          </p:cNvPr>
          <p:cNvPicPr>
            <a:picLocks noChangeAspect="1"/>
          </p:cNvPicPr>
          <p:nvPr/>
        </p:nvPicPr>
        <p:blipFill>
          <a:blip r:embed="rId22">
            <a:extLst>
              <a:ext uri="{28A0092B-C50C-407E-A947-70E740481C1C}">
                <a14:useLocalDpi xmlns:a14="http://schemas.microsoft.com/office/drawing/2010/main" val="0"/>
              </a:ext>
            </a:extLst>
          </a:blip>
          <a:stretch>
            <a:fillRect/>
          </a:stretch>
        </p:blipFill>
        <p:spPr>
          <a:xfrm>
            <a:off x="1016000" y="1893319"/>
            <a:ext cx="15141257" cy="6534345"/>
          </a:xfrm>
          <a:prstGeom prst="rect">
            <a:avLst/>
          </a:prstGeom>
        </p:spPr>
      </p:pic>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39</TotalTime>
  <Words>630</Words>
  <Application>Microsoft Office PowerPoint</Application>
  <PresentationFormat>Custom</PresentationFormat>
  <Paragraphs>39</Paragraphs>
  <Slides>8</Slides>
  <Notes>0</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8</vt:i4>
      </vt:variant>
    </vt:vector>
  </HeadingPairs>
  <TitlesOfParts>
    <vt:vector size="14" baseType="lpstr">
      <vt:lpstr>Tahoma Bold</vt:lpstr>
      <vt:lpstr>Atkinson Hyperlegible Bold</vt:lpstr>
      <vt:lpstr>Verdana Pro</vt:lpstr>
      <vt:lpstr>Arial</vt:lpstr>
      <vt:lpstr>Calibri</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abstract-format (2).pptx</dc:title>
  <dc:creator>Perrarish Ramesh</dc:creator>
  <cp:lastModifiedBy>Perrarish Ramesh</cp:lastModifiedBy>
  <cp:revision>3</cp:revision>
  <dcterms:created xsi:type="dcterms:W3CDTF">2006-08-16T00:00:00Z</dcterms:created>
  <dcterms:modified xsi:type="dcterms:W3CDTF">2026-03-09T16:11:35Z</dcterms:modified>
  <dc:identifier>DAGlbhOGe8w</dc:identifier>
</cp:coreProperties>
</file>