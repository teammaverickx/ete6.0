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Consumers on GM Foods and Contemporary Issues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Food, Nutrition and Contemporary Issues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Genetic Modification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Genetic modification alters the genetic makeup of organisms.</a:t>
            </a:r>
          </a:p>
          <a:p>
            <a:r>
              <a:t>Genes from different organisms are combined using recombinant DNA technology.</a:t>
            </a:r>
          </a:p>
          <a:p>
            <a:r>
              <a:t>Organisms produced are called Genetically Modified (GM) or Transgenic.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GM Crops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GM crops include soybean, corn, cotton and canola.</a:t>
            </a:r>
          </a:p>
          <a:p>
            <a:r>
              <a:t>Some crops are modified for virus resistance or improved nutrition.</a:t>
            </a:r>
          </a:p>
          <a:p>
            <a:r>
              <a:t>Examples include vitamin‑enriched rice and pest‑resistant crops.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GM Foods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crop yield and pest resistance.</a:t>
            </a:r>
          </a:p>
          <a:p>
            <a:r>
              <a:t>Tolerance to herbicides and environmental stress.</a:t>
            </a:r>
          </a:p>
          <a:p>
            <a:r>
              <a:t>Enhanced nutritional value.</a:t>
            </a:r>
          </a:p>
          <a:p>
            <a:r>
              <a:t>Potential to reduce hunger and malnutrition.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Concerns about GM Foods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Environmental impact and biodiversity loss.</a:t>
            </a:r>
          </a:p>
          <a:p>
            <a:r>
              <a:t>Ethical and social issues.</a:t>
            </a:r>
          </a:p>
          <a:p>
            <a:r>
              <a:t>Intellectual property and labeling concerns.</a:t>
            </a:r>
          </a:p>
          <a:p>
            <a:r>
              <a:t>Possible health risks.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Possible exposure to new allergens.</a:t>
            </a:r>
          </a:p>
          <a:p>
            <a:r>
              <a:t>Transfer of antibiotic resistant genes.</a:t>
            </a:r>
          </a:p>
          <a:p>
            <a:r>
              <a:t>Novel proteins that may affect human health.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 transfer to wild plants (outcrossing).</a:t>
            </a:r>
          </a:p>
          <a:p>
            <a:r>
              <a:t>Impact on insects and other species.</a:t>
            </a:r>
          </a:p>
          <a:p>
            <a:r>
              <a:t>Reduction in plant biodiversity.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GM Ingredients in Food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GM ingredients are used in oils, snacks, cereals and processed foods.</a:t>
            </a:r>
          </a:p>
          <a:p>
            <a:r>
              <a:t>Common sources include soybean, corn, cottonseed, tomato and potato.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GM Food Labelling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Countries follow mandatory or voluntary labeling policies.</a:t>
            </a:r>
          </a:p>
          <a:p>
            <a:r>
              <a:t>EU and some countries require mandatory labeling.</a:t>
            </a:r>
          </a:p>
          <a:p>
            <a:r>
              <a:t>USA and Canada allow voluntary labeling.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assessment evaluates toxicity and allergenicity.</a:t>
            </a:r>
          </a:p>
          <a:p>
            <a:r>
              <a:t>Nutritional comparison with conventional foods.</a:t>
            </a:r>
          </a:p>
          <a:p>
            <a:r>
              <a:t>Stability of inserted genes and unintended effects.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Bt cotton is the major GM crop cultivated.</a:t>
            </a:r>
          </a:p>
          <a:p>
            <a:r>
              <a:t>Safety and environmental concerns are still studied.</a:t>
            </a:r>
          </a:p>
          <a:p>
            <a:r>
              <a:t>Experts recommend proper labeling and regulation.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Bioavailability refers to how much of a nutrient is absorbed and used by the body.</a:t>
            </a:r>
          </a:p>
          <a:p>
            <a:r>
              <a:t>It explains the relationship between food intake and health benefits.</a:t>
            </a:r>
          </a:p>
          <a:p>
            <a:r>
              <a:t>Measured using biological indicators like blood or tissue levels.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